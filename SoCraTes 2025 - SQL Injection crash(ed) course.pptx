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256" r:id="rId2"/>
    <p:sldId id="259" r:id="rId3"/>
    <p:sldId id="265" r:id="rId4"/>
    <p:sldId id="268" r:id="rId5"/>
    <p:sldId id="288" r:id="rId6"/>
    <p:sldId id="266" r:id="rId7"/>
    <p:sldId id="270" r:id="rId8"/>
    <p:sldId id="287" r:id="rId9"/>
    <p:sldId id="286" r:id="rId10"/>
    <p:sldId id="284" r:id="rId11"/>
    <p:sldId id="283" r:id="rId12"/>
    <p:sldId id="269" r:id="rId13"/>
    <p:sldId id="272" r:id="rId14"/>
    <p:sldId id="278" r:id="rId15"/>
    <p:sldId id="276" r:id="rId16"/>
    <p:sldId id="280" r:id="rId17"/>
    <p:sldId id="279" r:id="rId18"/>
    <p:sldId id="281" r:id="rId19"/>
    <p:sldId id="282" r:id="rId20"/>
    <p:sldId id="277" r:id="rId21"/>
    <p:sldId id="258" r:id="rId22"/>
    <p:sldId id="273" r:id="rId23"/>
    <p:sldId id="274" r:id="rId24"/>
    <p:sldId id="285" r:id="rId25"/>
    <p:sldId id="264" r:id="rId26"/>
  </p:sldIdLst>
  <p:sldSz cx="9144000" cy="5143500" type="screen16x9"/>
  <p:notesSz cx="6858000" cy="9144000"/>
  <p:embeddedFontLst>
    <p:embeddedFont>
      <p:font typeface="Anonymous Pro" panose="020B0604020202020204" charset="0"/>
      <p:regular r:id="rId28"/>
      <p:bold r:id="rId29"/>
      <p:italic r:id="rId30"/>
      <p:boldItalic r:id="rId31"/>
    </p:embeddedFont>
    <p:embeddedFont>
      <p:font typeface="Barlow Condensed" panose="00000506000000000000" pitchFamily="2" charset="0"/>
      <p:regular r:id="rId32"/>
      <p:bold r:id="rId33"/>
      <p:italic r:id="rId34"/>
      <p:boldItalic r:id="rId35"/>
    </p:embeddedFont>
    <p:embeddedFont>
      <p:font typeface="Barlow Condensed Light" panose="00000406000000000000" pitchFamily="2" charset="0"/>
      <p:regular r:id="rId36"/>
      <p:bold r:id="rId37"/>
      <p:italic r:id="rId38"/>
      <p:boldItalic r:id="rId39"/>
    </p:embeddedFont>
    <p:embeddedFont>
      <p:font typeface="Barlow Condensed Medium" panose="00000606000000000000" pitchFamily="2" charset="0"/>
      <p:regular r:id="rId40"/>
      <p:bold r:id="rId41"/>
      <p:italic r:id="rId42"/>
      <p:boldItalic r:id="rId43"/>
    </p:embeddedFont>
    <p:embeddedFont>
      <p:font typeface="Barlow Condensed SemiBold" panose="00000706000000000000" pitchFamily="2" charset="0"/>
      <p:regular r:id="rId44"/>
      <p:bold r:id="rId45"/>
      <p:italic r:id="rId46"/>
      <p:boldItalic r:id="rId47"/>
    </p:embeddedFont>
    <p:embeddedFont>
      <p:font typeface="Comic Mono" pitchFamily="1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CAE03-FC1F-5A79-9952-A13E5BEC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6FEF7D9C-609A-E977-D671-DDFC4061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E6F24BB1-1249-AF5C-BE4B-0576AA7E0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66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E6D14E8-39C7-7811-2630-A65BB73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63E8969-94E5-9EE8-D9F1-57985E911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AD4B74C-710F-861F-A3B9-C1F6D8D1E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848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B6766B-D3A5-A25A-2B1A-A687858E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DE75F54-9DB9-75E5-D36F-6E04BAED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5FBC3C-5CCB-791F-CF74-30BDFB1E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702CEBB-D719-AE3F-4687-A4E1409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6CBFF0F-5A65-49A6-D79F-0F42EE056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6DB8A2B-598F-A5F2-4E09-0F6E6B731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618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6D16024-57EA-1034-FD04-BFDE48BD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97D5F10E-081F-12A3-04CE-EEFBDF13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22450AB-4AC2-721F-3BA0-7CCAA8B2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55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446B246-DDC7-1232-A493-5B351CB4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F93CBD1-EAA3-E86F-C282-CF8E28C75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4A3F9AB-99B1-6993-D869-91512D54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67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66B2EE2A-2124-2E18-4598-603CBCEB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B20E22D-A900-F2B9-C76C-309BF5F1D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A1860A-8401-80EC-B8C6-6461FB817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13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61CE7E-3A7D-5CD3-2AE4-A63D5D8A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4B17EF-4E5E-ED52-5A87-7952FFB10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3F3AE62-4DDA-1795-F2B5-D0EEF41A7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627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E7B06D-B718-BF77-83E2-4ACDB6A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E793C01-C29A-3036-8AB0-9BF3BAA8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EF3FBB7-B6C8-90B7-B4DA-37D40D041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33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539B51-AFD4-628B-6995-2E1DA87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782C1F0-FE1F-4249-B1B2-178391995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27C02C-08EF-3B0E-9C79-FF12C3171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684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95D62CE-E835-9D12-D443-028D6189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889F51-D780-4B76-EB59-9E3310EF4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A020F66-2B27-6920-49D9-2E98314C5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03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2D63D99-B6A4-5BF0-6B1C-3E3FBCE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C340010-43FA-F787-50BD-AB746373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09E7A92-5FFF-E6CC-B5EF-E2E01FD9D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88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987C4B5-9791-F752-496A-FC6655DF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8B663E6-E656-660B-6988-A6EBAEC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22D83DA-FB1B-9827-9253-8F7E2FECC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852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 Injection crash(ed) course</a:t>
            </a:r>
            <a:endParaRPr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CodicePlastico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Rimini, 3 ottobre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/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'password123';</a:t>
            </a:r>
            <a:endParaRPr sz="1600" dirty="0"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Meglio: </a:t>
            </a:r>
            <a:r>
              <a:rPr lang="en-US" dirty="0" err="1"/>
              <a:t>una</a:t>
            </a:r>
            <a:r>
              <a:rPr lang="en-US" dirty="0"/>
              <a:t>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C34B15A-F317-C316-64C3-D9EE5F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C23C0CFA-5540-B710-5F82-5A75D0F13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7CE21CCC-1155-3405-E6BA-06FA67896E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>
            <a:extLst>
              <a:ext uri="{FF2B5EF4-FFF2-40B4-BE49-F238E27FC236}">
                <a16:creationId xmlns:a16="http://schemas.microsoft.com/office/drawing/2014/main" id="{6C8A3B44-716F-09C2-B8DB-58F9FB0F0B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</a:t>
            </a:r>
            <a:br>
              <a:rPr lang="en-US" sz="1600" dirty="0"/>
            </a:br>
            <a:r>
              <a:rPr lang="en-US" sz="1600" dirty="0"/>
              <a:t>			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' OR 'a1'='a1</a:t>
            </a: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2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@@VERSION, NULL, NULL, NULL, NULL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F40531-5418-D238-DA56-5FBD9EE7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7786EA0-FB50-F4E4-40B4-ED11F90D9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85D4787-33B1-E75D-99CB-1D54A1200C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2A16D06-AE54-6BF4-ADE9-45C93D634A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1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A83D64F-17F5-E9D6-41B9-FA15B1CE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95BD0FD-4C79-1774-8867-3624FB85B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E02F20C-6A13-65F6-8385-77A7E5D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5968E61-690C-1F5F-7CE1-A222F3C4A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VERSION(), NULL, NULL, NULL, NULL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00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F90C1E-D30E-F4C0-A1D8-B6F60062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093E38A-769C-ABEC-65B9-0739E426C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51444B20-591C-53CF-56FB-30B446DF99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2401073-FB78-3332-A168-2AFD193758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CONCAT(C.TABLE_SCHEMA, '.', C.TABLE_NAME, '.', C.COLUMN_NAME), NULL, NULL, NULL, NULL FROM INFORMATION_SCHEMA.COLUMNS C WHERE C.TABLE_SCHEMA &lt;&gt; N'INFORMATION_SCHEMA' ORDER BY C.TABLE_NAME, C.ORDINAL_POSITION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1BFF0C3-3F74-F29F-3C84-30C80F3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BCE8877-1789-401D-4C57-89BD6D1AE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9BDA5062-7C55-0620-9D10-A9A5014DEB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F8B238D-F1EE-13CD-4106-2743006F5D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CONCAT(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U.Email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'/',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U.Password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U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3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5526D9-5742-D200-6B3B-A32F00BE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C44BA00-2477-7776-957D-BACCC5B04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GRAN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4DAED3D2-B059-E84F-199C-B14D40191A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E78ACA2-9C6B-93DB-65AB-03207AC10B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’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1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'Corso di tango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acrobatico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CAST('20251002' AS DATE), CAST('20251002'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6EE322-A662-0371-75C9-16633F3B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95004AB-5ED0-C943-CF67-C80F05E44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151D6E-FC87-00EA-80CB-57DEC847F6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FA65E0F-0774-800E-AE39-63360B0538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17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78DFD79-353B-62CC-0721-736AA8D7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ABA63F9-EADA-F26D-1300-881CF1B32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5206626-351C-3A23-FCD4-29CD94D8DA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3D1D32-4C31-5793-A659-D290C9691A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'show advanced options', 1; RECONFIGURE;--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25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C71E470-D6EC-3F1B-75EB-49C445D1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9FBC31F4-831A-CCF6-22E2-1971C95D3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05C9C47-7F7E-3FB4-447C-309D741D3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5EBA2D4-44EB-7EC5-EC44-1F8A88BE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CONCAT(C.name, ': ', COALESCE(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C.value_in_use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sys.configuration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6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52707C-C69C-0C47-787F-092BDD39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71C7CE0-1E80-6E92-9828-F6DD8844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C52DF68-7BAD-1806-AD32-BBD0810BA6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0D300D4-D224-B140-CCFE-259E013E0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1; RECONFIGURE;--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2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760962-B4C4-70C0-2A14-F3D81FD9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11F848-0D52-125A-D156-CEC5D0BB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3EBF6ED-7CE5-544D-0879-956B7F72D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B342687-4343-22E3-B13A-A74F905FA6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master..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'format D: \q \u', NO_OUTPUT;--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9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AdventureWorks2022.sys.columns C INNER JOIN AdventureWorks2022.sys.tables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7251E2D-B03C-C34E-5B7B-65E9DCE8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D71DF1E-E4B6-0505-033D-0B4B5CEE9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B47F812-6A46-0E98-23B9-DBE8856ECD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811E23C-2978-F612-C2DF-7980B45702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'pippo@disney.com';--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9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CF0E6B-8D63-563B-DC82-D5B8ACDC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50D4FA1-0367-8DEC-38C0-F4BADFC4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906B54-350C-2399-C432-2B0EC9A07C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0AEC-DBB7-DB6F-FEF1-8892A7B3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53" y="2421134"/>
            <a:ext cx="6715693" cy="17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1376</Words>
  <Application>Microsoft Office PowerPoint</Application>
  <PresentationFormat>On-screen Show (16:9)</PresentationFormat>
  <Paragraphs>58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Barlow Condensed SemiBold</vt:lpstr>
      <vt:lpstr>Barlow Condensed</vt:lpstr>
      <vt:lpstr>Comic Mono</vt:lpstr>
      <vt:lpstr>Barlow Condensed Light</vt:lpstr>
      <vt:lpstr>Anonymous Pro</vt:lpstr>
      <vt:lpstr>Barlow Condensed Medium</vt:lpstr>
      <vt:lpstr>Simple Light</vt:lpstr>
      <vt:lpstr>SQL Injection crash(ed) course</vt:lpstr>
      <vt:lpstr>Una query semplice che non farò mai più</vt:lpstr>
      <vt:lpstr>Meglio: una query semplice che non implementerò mai più così</vt:lpstr>
      <vt:lpstr>Una buona password…</vt:lpstr>
      <vt:lpstr>Una buona password…</vt:lpstr>
      <vt:lpstr>Una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Una GRAN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Bobby Tables (xkcd.com #327)</vt:lpstr>
      <vt:lpstr>Stringhe di ricerca interessanti</vt:lpstr>
      <vt:lpstr>Stringhe di ricerca interessanti</vt:lpstr>
      <vt:lpstr>Una query semplice che implementerò così</vt:lpstr>
      <vt:lpstr>Grazie!  https://github.com/CodicePlastico/BibeCatalogue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Turelli</cp:lastModifiedBy>
  <cp:revision>14</cp:revision>
  <dcterms:modified xsi:type="dcterms:W3CDTF">2025-10-03T12:35:47Z</dcterms:modified>
</cp:coreProperties>
</file>