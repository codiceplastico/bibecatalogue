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7" r:id="rId3"/>
    <p:sldId id="259" r:id="rId4"/>
    <p:sldId id="265" r:id="rId5"/>
    <p:sldId id="268" r:id="rId6"/>
    <p:sldId id="266" r:id="rId7"/>
    <p:sldId id="270" r:id="rId8"/>
    <p:sldId id="269" r:id="rId9"/>
    <p:sldId id="272" r:id="rId10"/>
    <p:sldId id="278" r:id="rId11"/>
    <p:sldId id="276" r:id="rId12"/>
    <p:sldId id="277" r:id="rId13"/>
    <p:sldId id="258" r:id="rId14"/>
    <p:sldId id="273" r:id="rId15"/>
    <p:sldId id="274" r:id="rId16"/>
    <p:sldId id="264" r:id="rId17"/>
  </p:sldIdLst>
  <p:sldSz cx="9144000" cy="5143500" type="screen16x9"/>
  <p:notesSz cx="6858000" cy="9144000"/>
  <p:embeddedFontLst>
    <p:embeddedFont>
      <p:font typeface="Anonymous Pro" panose="020B0604020202020204" charset="0"/>
      <p:regular r:id="rId19"/>
      <p:bold r:id="rId20"/>
      <p:italic r:id="rId21"/>
      <p:boldItalic r:id="rId22"/>
    </p:embeddedFont>
    <p:embeddedFont>
      <p:font typeface="Barlow Condensed" panose="00000506000000000000" pitchFamily="2" charset="0"/>
      <p:regular r:id="rId23"/>
      <p:bold r:id="rId24"/>
      <p:italic r:id="rId25"/>
      <p:boldItalic r:id="rId26"/>
    </p:embeddedFont>
    <p:embeddedFont>
      <p:font typeface="Barlow Condensed Light" panose="00000406000000000000" pitchFamily="2" charset="0"/>
      <p:regular r:id="rId27"/>
      <p:bold r:id="rId28"/>
      <p:italic r:id="rId29"/>
      <p:boldItalic r:id="rId30"/>
    </p:embeddedFont>
    <p:embeddedFont>
      <p:font typeface="Barlow Condensed Medium" panose="00000606000000000000" pitchFamily="2" charset="0"/>
      <p:regular r:id="rId31"/>
      <p:bold r:id="rId32"/>
      <p:italic r:id="rId33"/>
      <p:boldItalic r:id="rId34"/>
    </p:embeddedFont>
    <p:embeddedFont>
      <p:font typeface="Barlow Condensed SemiBold" panose="00000706000000000000" pitchFamily="2" charset="0"/>
      <p:regular r:id="rId35"/>
      <p:bold r:id="rId36"/>
      <p:italic r:id="rId37"/>
      <p:boldItalic r:id="rId38"/>
    </p:embeddedFont>
    <p:embeddedFont>
      <p:font typeface="Comic Mono" pitchFamily="1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28ddab7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28ddab77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446B246-DDC7-1232-A493-5B351CB4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F93CBD1-EAA3-E86F-C282-CF8E28C75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4A3F9AB-99B1-6993-D869-91512D54C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267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66B2EE2A-2124-2E18-4598-603CBCEB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B20E22D-A900-F2B9-C76C-309BF5F1D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A1860A-8401-80EC-B8C6-6461FB817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613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2D63D99-B6A4-5BF0-6B1C-3E3FBCEB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C340010-43FA-F787-50BD-AB746373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09E7A92-5FFF-E6CC-B5EF-E2E01FD9D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88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 Injection crash(ed) course</a:t>
            </a:r>
            <a:endParaRPr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CodicePlastico</a:t>
            </a: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Rimini, 3 ottobre 2025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body" idx="1"/>
          </p:nvPr>
        </p:nvSpPr>
        <p:spPr>
          <a:xfrm>
            <a:off x="1188900" y="985975"/>
            <a:ext cx="6766200" cy="10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111D2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Sono Alberto, </a:t>
            </a:r>
            <a:r>
              <a:rPr lang="en" sz="3100">
                <a:solidFill>
                  <a:srgbClr val="D93232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piacere!</a:t>
            </a:r>
            <a:endParaRPr sz="3100">
              <a:solidFill>
                <a:srgbClr val="D93232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3100">
              <a:solidFill>
                <a:srgbClr val="D93232"/>
              </a:solidFill>
              <a:latin typeface="Barlow Condensed Light"/>
              <a:ea typeface="Barlow Condensed Light"/>
              <a:cs typeface="Barlow Condensed Light"/>
              <a:sym typeface="Barlow Condensed Light"/>
            </a:endParaRPr>
          </a:p>
        </p:txBody>
      </p:sp>
      <p:sp>
        <p:nvSpPr>
          <p:cNvPr id="112" name="Google Shape;112;p29"/>
          <p:cNvSpPr txBox="1"/>
          <p:nvPr/>
        </p:nvSpPr>
        <p:spPr>
          <a:xfrm>
            <a:off x="3707550" y="3066800"/>
            <a:ext cx="172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Condensed"/>
                <a:ea typeface="Barlow Condensed"/>
                <a:cs typeface="Barlow Condensed"/>
                <a:sym typeface="Barlow Condensed"/>
              </a:rPr>
              <a:t>50% Sviluppatore SQL 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Condensed"/>
                <a:ea typeface="Barlow Condensed"/>
                <a:cs typeface="Barlow Condensed"/>
                <a:sym typeface="Barlow Condensed"/>
              </a:rPr>
              <a:t>50% Homebrewer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Condensed"/>
                <a:ea typeface="Barlow Condensed"/>
                <a:cs typeface="Barlow Condensed"/>
                <a:sym typeface="Barlow Condensed"/>
              </a:rPr>
              <a:t>50% Esperto di statistica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3" name="Google Shape;113;p2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863" y="1738397"/>
            <a:ext cx="1324270" cy="12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9" title="perplex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213" y="3490025"/>
            <a:ext cx="360875" cy="3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/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 err="1">
                <a:latin typeface="Comic Mono" pitchFamily="1" charset="0"/>
              </a:rPr>
              <a:t>testpassword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Meglio: </a:t>
            </a:r>
            <a:r>
              <a:rPr lang="en-US" dirty="0" err="1"/>
              <a:t>una</a:t>
            </a:r>
            <a:r>
              <a:rPr lang="en-US" dirty="0"/>
              <a:t>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 err="1"/>
              <a:t>Lettere</a:t>
            </a:r>
            <a:r>
              <a:rPr lang="en-US" sz="1600" dirty="0"/>
              <a:t> </a:t>
            </a:r>
            <a:r>
              <a:rPr lang="en-US" sz="1600" dirty="0" err="1"/>
              <a:t>minuscole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</a:t>
            </a:r>
            <a:br>
              <a:rPr lang="en-US" sz="1600" dirty="0"/>
            </a:br>
            <a:r>
              <a:rPr lang="en-US" sz="1600" dirty="0"/>
              <a:t>			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' OR 'a1'='a1</a:t>
            </a: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5526D9-5742-D200-6B3B-A32F00BE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C44BA00-2477-7776-957D-BACCC5B04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GRAN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4DAED3D2-B059-E84F-199C-B14D40191A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E78ACA2-9C6B-93DB-65AB-03207AC10B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’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('pippo@disney.com', 'clarabella', 'Pippo', 'De''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Pippis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1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'Corso di tango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acrobatico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CAST('20251002' AS DATE), CAST('20251002'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36EE322-A662-0371-75C9-16633F3B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95004AB-5ED0-C943-CF67-C80F05E44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151D6E-FC87-00EA-80CB-57DEC847F6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FA65E0F-0774-800E-AE39-63360B0538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‘%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’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%’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1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AdventureWorks2022.sys.columns C INNER JOIN AdventureWorks2022.sys.tables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7251E2D-B03C-C34E-5B7B-65E9DCE8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D71DF1E-E4B6-0505-033D-0B4B5CEE9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B47F812-6A46-0E98-23B9-DBE8856ECD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811E23C-2978-F612-C2DF-7980B45702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‘%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'pippo@disney.com';--</a:t>
            </a:r>
            <a:r>
              <a:rPr lang="en-US" sz="1400" dirty="0">
                <a:latin typeface="Comic Mono" pitchFamily="1" charset="0"/>
              </a:rPr>
              <a:t>%’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9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818</Words>
  <Application>Microsoft Office PowerPoint</Application>
  <PresentationFormat>On-screen Show (16:9)</PresentationFormat>
  <Paragraphs>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Barlow Condensed Light</vt:lpstr>
      <vt:lpstr>Comic Mono</vt:lpstr>
      <vt:lpstr>Barlow Condensed SemiBold</vt:lpstr>
      <vt:lpstr>Anonymous Pro</vt:lpstr>
      <vt:lpstr>Arial</vt:lpstr>
      <vt:lpstr>Barlow Condensed Medium</vt:lpstr>
      <vt:lpstr>Barlow Condensed</vt:lpstr>
      <vt:lpstr>Simple Light</vt:lpstr>
      <vt:lpstr>SQL Injection crash(ed) course</vt:lpstr>
      <vt:lpstr>PowerPoint Presentation</vt:lpstr>
      <vt:lpstr>Una query semplice che non farò mai più</vt:lpstr>
      <vt:lpstr>Meglio: una query semplice che non implementerò mai più così</vt:lpstr>
      <vt:lpstr>Una buona password…</vt:lpstr>
      <vt:lpstr>Una buona password…</vt:lpstr>
      <vt:lpstr>Stringhe di ricerca interessanti</vt:lpstr>
      <vt:lpstr>Una GRAN buona password…</vt:lpstr>
      <vt:lpstr>Stringhe di ricerca interessanti</vt:lpstr>
      <vt:lpstr>Stringhe di ricerca interessanti</vt:lpstr>
      <vt:lpstr>Stringhe di ricerca interessanti</vt:lpstr>
      <vt:lpstr>Stringhe di ricerca interessanti</vt:lpstr>
      <vt:lpstr>Bobby Tables (xkcd.com #327)</vt:lpstr>
      <vt:lpstr>Stringhe di ricerca interessanti</vt:lpstr>
      <vt:lpstr>Stringhe di ricerca interessanti</vt:lpstr>
      <vt:lpstr>Grazie!  https://github.com/CodicePlastico/BibeCatalogue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Turelli</cp:lastModifiedBy>
  <cp:revision>7</cp:revision>
  <dcterms:modified xsi:type="dcterms:W3CDTF">2025-10-03T07:04:43Z</dcterms:modified>
</cp:coreProperties>
</file>